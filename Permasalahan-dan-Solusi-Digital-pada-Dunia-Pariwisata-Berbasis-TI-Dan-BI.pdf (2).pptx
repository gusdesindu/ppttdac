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1430000" cy="6438900"/>
  <p:notesSz cx="6858000" cy="9144000"/>
  <p:embeddedFontLst>
    <p:embeddedFont>
      <p:font typeface="Petrona Bold" charset="1" panose="00000000000000000000"/>
      <p:regular r:id="rId18"/>
    </p:embeddedFont>
    <p:embeddedFont>
      <p:font typeface="Inter" charset="1" panose="02000503000000020004"/>
      <p:regular r:id="rId19"/>
    </p:embeddedFont>
    <p:embeddedFont>
      <p:font typeface="Petrona Light" charset="1" panose="00000000000000000000"/>
      <p:regular r:id="rId20"/>
    </p:embeddedFont>
    <p:embeddedFont>
      <p:font typeface="Inter Bold" charset="1" panose="0200050300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7143750" y="257"/>
            <a:ext cx="4286250" cy="6438643"/>
            <a:chOff x="0" y="0"/>
            <a:chExt cx="5715000" cy="8584857"/>
          </a:xfrm>
        </p:grpSpPr>
        <p:sp>
          <p:nvSpPr>
            <p:cNvPr name="Freeform 9" id="9"/>
            <p:cNvSpPr/>
            <p:nvPr/>
          </p:nvSpPr>
          <p:spPr>
            <a:xfrm flipH="false" flipV="false" rot="0">
              <a:off x="0" y="0"/>
              <a:ext cx="5715000" cy="8584819"/>
            </a:xfrm>
            <a:custGeom>
              <a:avLst/>
              <a:gdLst/>
              <a:ahLst/>
              <a:cxnLst/>
              <a:rect r="r" b="b" t="t" l="l"/>
              <a:pathLst>
                <a:path h="8584819" w="5715000">
                  <a:moveTo>
                    <a:pt x="0" y="0"/>
                  </a:moveTo>
                  <a:lnTo>
                    <a:pt x="5715000" y="0"/>
                  </a:lnTo>
                  <a:lnTo>
                    <a:pt x="5715000" y="8584819"/>
                  </a:lnTo>
                  <a:lnTo>
                    <a:pt x="0" y="8584819"/>
                  </a:lnTo>
                  <a:lnTo>
                    <a:pt x="0" y="0"/>
                  </a:lnTo>
                  <a:close/>
                </a:path>
              </a:pathLst>
            </a:custGeom>
            <a:blipFill>
              <a:blip r:embed="rId4"/>
              <a:stretch>
                <a:fillRect l="-71" t="-3" r="-75" b="0"/>
              </a:stretch>
            </a:blipFill>
          </p:spPr>
        </p:sp>
      </p:grpSp>
      <p:sp>
        <p:nvSpPr>
          <p:cNvPr name="TextBox 10" id="10"/>
          <p:cNvSpPr txBox="true"/>
          <p:nvPr/>
        </p:nvSpPr>
        <p:spPr>
          <a:xfrm rot="0">
            <a:off x="600075" y="2087204"/>
            <a:ext cx="5739165" cy="2246471"/>
          </a:xfrm>
          <a:prstGeom prst="rect">
            <a:avLst/>
          </a:prstGeom>
        </p:spPr>
        <p:txBody>
          <a:bodyPr anchor="t" rtlCol="false" tIns="0" lIns="0" bIns="0" rIns="0">
            <a:spAutoFit/>
          </a:bodyPr>
          <a:lstStyle/>
          <a:p>
            <a:pPr algn="l">
              <a:lnSpc>
                <a:spcPts val="4426"/>
              </a:lnSpc>
            </a:pPr>
            <a:r>
              <a:rPr lang="en-US" b="true" sz="3543">
                <a:solidFill>
                  <a:srgbClr val="000000"/>
                </a:solidFill>
                <a:latin typeface="Petrona Bold"/>
                <a:ea typeface="Petrona Bold"/>
                <a:cs typeface="Petrona Bold"/>
                <a:sym typeface="Petrona Bold"/>
              </a:rPr>
              <a:t>Permasalahan dan Solusi Digital pada Dunia Pariwisata Berbasis TI Dan BI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sp>
        <p:nvSpPr>
          <p:cNvPr name="Freeform 6" id="6"/>
          <p:cNvSpPr/>
          <p:nvPr/>
        </p:nvSpPr>
        <p:spPr>
          <a:xfrm flipH="false" flipV="false" rot="0">
            <a:off x="-63503" y="-63503"/>
            <a:ext cx="11556997" cy="6565897"/>
          </a:xfrm>
          <a:custGeom>
            <a:avLst/>
            <a:gdLst/>
            <a:ahLst/>
            <a:cxnLst/>
            <a:rect r="r" b="b" t="t" l="l"/>
            <a:pathLst>
              <a:path h="6565897" w="11556997">
                <a:moveTo>
                  <a:pt x="0" y="0"/>
                </a:moveTo>
                <a:lnTo>
                  <a:pt x="11556997" y="0"/>
                </a:lnTo>
                <a:lnTo>
                  <a:pt x="11556997" y="6565897"/>
                </a:lnTo>
                <a:lnTo>
                  <a:pt x="0" y="6565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00075" y="1353779"/>
            <a:ext cx="9357884"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Permasalahan Digital pada Dunia Pariwisata</a:t>
            </a:r>
          </a:p>
        </p:txBody>
      </p:sp>
      <p:sp>
        <p:nvSpPr>
          <p:cNvPr name="TextBox 8" id="8"/>
          <p:cNvSpPr txBox="true"/>
          <p:nvPr/>
        </p:nvSpPr>
        <p:spPr>
          <a:xfrm rot="0">
            <a:off x="1125884" y="233442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9" id="9"/>
          <p:cNvSpPr txBox="true"/>
          <p:nvPr/>
        </p:nvSpPr>
        <p:spPr>
          <a:xfrm rot="0">
            <a:off x="781050" y="4296575"/>
            <a:ext cx="4424915"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Banyak pelaku UMKM dan pengelola destinasi belum memahami pemasaran digital dan teknologi modern</a:t>
            </a:r>
          </a:p>
        </p:txBody>
      </p:sp>
      <p:sp>
        <p:nvSpPr>
          <p:cNvPr name="TextBox 10" id="10"/>
          <p:cNvSpPr txBox="true"/>
          <p:nvPr/>
        </p:nvSpPr>
        <p:spPr>
          <a:xfrm rot="0">
            <a:off x="600075" y="2334425"/>
            <a:ext cx="9621441"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Sektor pariwisata Indonesia menghadapi dua tantangan utama dalam era digital yang memerlukan solusi terintegrasi dan </a:t>
            </a:r>
          </a:p>
        </p:txBody>
      </p:sp>
      <p:sp>
        <p:nvSpPr>
          <p:cNvPr name="TextBox 11" id="11"/>
          <p:cNvSpPr txBox="true"/>
          <p:nvPr/>
        </p:nvSpPr>
        <p:spPr>
          <a:xfrm rot="0">
            <a:off x="600075" y="2601125"/>
            <a:ext cx="763238"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strategis.</a:t>
            </a:r>
          </a:p>
        </p:txBody>
      </p:sp>
      <p:sp>
        <p:nvSpPr>
          <p:cNvPr name="TextBox 12" id="12"/>
          <p:cNvSpPr txBox="true"/>
          <p:nvPr/>
        </p:nvSpPr>
        <p:spPr>
          <a:xfrm rot="0">
            <a:off x="5981700" y="4296575"/>
            <a:ext cx="4533300"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Promosi digital membuat destinasi viral menjadi terlalu padat dan berpotensi merusak lingkungan</a:t>
            </a:r>
          </a:p>
        </p:txBody>
      </p:sp>
      <p:sp>
        <p:nvSpPr>
          <p:cNvPr name="TextBox 13" id="13"/>
          <p:cNvSpPr txBox="true"/>
          <p:nvPr/>
        </p:nvSpPr>
        <p:spPr>
          <a:xfrm rot="0">
            <a:off x="781050" y="3882095"/>
            <a:ext cx="2756906"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Kurangnya Literasi Digital</a:t>
            </a:r>
          </a:p>
        </p:txBody>
      </p:sp>
      <p:sp>
        <p:nvSpPr>
          <p:cNvPr name="TextBox 14" id="14"/>
          <p:cNvSpPr txBox="true"/>
          <p:nvPr/>
        </p:nvSpPr>
        <p:spPr>
          <a:xfrm rot="0">
            <a:off x="5981700" y="3882095"/>
            <a:ext cx="1418558"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Over-tourism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7534275" y="2524125"/>
            <a:ext cx="3305175" cy="2209800"/>
            <a:chOff x="0" y="0"/>
            <a:chExt cx="4406900" cy="2946400"/>
          </a:xfrm>
        </p:grpSpPr>
        <p:sp>
          <p:nvSpPr>
            <p:cNvPr name="Freeform 9" id="9"/>
            <p:cNvSpPr/>
            <p:nvPr/>
          </p:nvSpPr>
          <p:spPr>
            <a:xfrm flipH="false" flipV="false" rot="0">
              <a:off x="0" y="0"/>
              <a:ext cx="4406900" cy="2946400"/>
            </a:xfrm>
            <a:custGeom>
              <a:avLst/>
              <a:gdLst/>
              <a:ahLst/>
              <a:cxnLst/>
              <a:rect r="r" b="b" t="t" l="l"/>
              <a:pathLst>
                <a:path h="2946400" w="4406900">
                  <a:moveTo>
                    <a:pt x="80010" y="0"/>
                  </a:moveTo>
                  <a:cubicBezTo>
                    <a:pt x="69342" y="0"/>
                    <a:pt x="59182" y="2032"/>
                    <a:pt x="49403" y="6096"/>
                  </a:cubicBezTo>
                  <a:cubicBezTo>
                    <a:pt x="39624" y="10160"/>
                    <a:pt x="30988" y="16002"/>
                    <a:pt x="23495" y="23495"/>
                  </a:cubicBezTo>
                  <a:cubicBezTo>
                    <a:pt x="16002" y="30988"/>
                    <a:pt x="10160" y="39624"/>
                    <a:pt x="6096" y="49403"/>
                  </a:cubicBezTo>
                  <a:cubicBezTo>
                    <a:pt x="2032" y="59182"/>
                    <a:pt x="0" y="69469"/>
                    <a:pt x="0" y="80010"/>
                  </a:cubicBezTo>
                  <a:lnTo>
                    <a:pt x="0" y="2866390"/>
                  </a:lnTo>
                  <a:cubicBezTo>
                    <a:pt x="0" y="2877058"/>
                    <a:pt x="2032" y="2887218"/>
                    <a:pt x="6096" y="2896997"/>
                  </a:cubicBezTo>
                  <a:cubicBezTo>
                    <a:pt x="10160" y="2906776"/>
                    <a:pt x="15875" y="2915412"/>
                    <a:pt x="23495" y="2922905"/>
                  </a:cubicBezTo>
                  <a:cubicBezTo>
                    <a:pt x="31115" y="2930398"/>
                    <a:pt x="39624" y="2936240"/>
                    <a:pt x="49403" y="2940304"/>
                  </a:cubicBezTo>
                  <a:cubicBezTo>
                    <a:pt x="59182" y="2944368"/>
                    <a:pt x="69342" y="2946400"/>
                    <a:pt x="80010" y="2946400"/>
                  </a:cubicBezTo>
                  <a:lnTo>
                    <a:pt x="4326890" y="2946400"/>
                  </a:lnTo>
                  <a:cubicBezTo>
                    <a:pt x="4337558" y="2946400"/>
                    <a:pt x="4347718" y="2944368"/>
                    <a:pt x="4357497" y="2940304"/>
                  </a:cubicBezTo>
                  <a:cubicBezTo>
                    <a:pt x="4367276" y="2936240"/>
                    <a:pt x="4375912" y="2930525"/>
                    <a:pt x="4383405" y="2922905"/>
                  </a:cubicBezTo>
                  <a:cubicBezTo>
                    <a:pt x="4390898" y="2915285"/>
                    <a:pt x="4396740" y="2906776"/>
                    <a:pt x="4400804" y="2896997"/>
                  </a:cubicBezTo>
                  <a:cubicBezTo>
                    <a:pt x="4404868" y="2887218"/>
                    <a:pt x="4406900" y="2877058"/>
                    <a:pt x="4406900" y="2866390"/>
                  </a:cubicBezTo>
                  <a:lnTo>
                    <a:pt x="4406900" y="80010"/>
                  </a:lnTo>
                  <a:cubicBezTo>
                    <a:pt x="4406900" y="69469"/>
                    <a:pt x="4404868" y="59182"/>
                    <a:pt x="4400804" y="49403"/>
                  </a:cubicBezTo>
                  <a:cubicBezTo>
                    <a:pt x="4396740" y="39624"/>
                    <a:pt x="4391025" y="30988"/>
                    <a:pt x="4383405" y="23495"/>
                  </a:cubicBezTo>
                  <a:cubicBezTo>
                    <a:pt x="4375785" y="16002"/>
                    <a:pt x="4367276" y="10160"/>
                    <a:pt x="4357497" y="6096"/>
                  </a:cubicBezTo>
                  <a:cubicBezTo>
                    <a:pt x="4347718" y="2032"/>
                    <a:pt x="4337558" y="0"/>
                    <a:pt x="4326890" y="0"/>
                  </a:cubicBezTo>
                  <a:close/>
                </a:path>
              </a:pathLst>
            </a:custGeom>
            <a:blipFill>
              <a:blip r:embed="rId4"/>
              <a:stretch>
                <a:fillRect l="0" t="0" r="0" b="0"/>
              </a:stretch>
            </a:blipFill>
          </p:spPr>
        </p:sp>
      </p:grpSp>
      <p:sp>
        <p:nvSpPr>
          <p:cNvPr name="TextBox 10" id="10"/>
          <p:cNvSpPr txBox="true"/>
          <p:nvPr/>
        </p:nvSpPr>
        <p:spPr>
          <a:xfrm rot="0">
            <a:off x="600075" y="1096604"/>
            <a:ext cx="5517413"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Kurangnya Literasi Digital</a:t>
            </a:r>
          </a:p>
        </p:txBody>
      </p:sp>
      <p:sp>
        <p:nvSpPr>
          <p:cNvPr name="TextBox 11" id="11"/>
          <p:cNvSpPr txBox="true"/>
          <p:nvPr/>
        </p:nvSpPr>
        <p:spPr>
          <a:xfrm rot="0">
            <a:off x="1432579" y="2110445"/>
            <a:ext cx="50254"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 </a:t>
            </a:r>
          </a:p>
        </p:txBody>
      </p:sp>
      <p:sp>
        <p:nvSpPr>
          <p:cNvPr name="TextBox 12" id="12"/>
          <p:cNvSpPr txBox="true"/>
          <p:nvPr/>
        </p:nvSpPr>
        <p:spPr>
          <a:xfrm rot="0">
            <a:off x="600075" y="3134525"/>
            <a:ext cx="6625466" cy="1968294"/>
          </a:xfrm>
          <a:prstGeom prst="rect">
            <a:avLst/>
          </a:prstGeom>
        </p:spPr>
        <p:txBody>
          <a:bodyPr anchor="t" rtlCol="false" tIns="0" lIns="0" bIns="0" rIns="0">
            <a:spAutoFit/>
          </a:bodyPr>
          <a:lstStyle/>
          <a:p>
            <a:pPr algn="l">
              <a:lnSpc>
                <a:spcPts val="2150"/>
              </a:lnSpc>
            </a:pPr>
            <a:r>
              <a:rPr lang="en-US" sz="1350">
                <a:solidFill>
                  <a:srgbClr val="272525"/>
                </a:solidFill>
                <a:latin typeface="Inter"/>
                <a:ea typeface="Inter"/>
                <a:cs typeface="Inter"/>
                <a:sym typeface="Inter"/>
              </a:rPr>
              <a:t> </a:t>
            </a:r>
          </a:p>
          <a:p>
            <a:pPr algn="l">
              <a:lnSpc>
                <a:spcPts val="2821"/>
              </a:lnSpc>
            </a:pPr>
            <a:r>
              <a:rPr lang="en-US" b="true" sz="1771">
                <a:solidFill>
                  <a:srgbClr val="000000"/>
                </a:solidFill>
                <a:latin typeface="Petrona Bold"/>
                <a:ea typeface="Petrona Bold"/>
                <a:cs typeface="Petrona Bold"/>
                <a:sym typeface="Petrona Bold"/>
              </a:rPr>
              <a:t>Contoh Nyata</a:t>
            </a:r>
          </a:p>
          <a:p>
            <a:pPr algn="l">
              <a:lnSpc>
                <a:spcPts val="2150"/>
              </a:lnSpc>
            </a:pPr>
            <a:r>
              <a:rPr lang="en-US" sz="1350">
                <a:solidFill>
                  <a:srgbClr val="272525"/>
                </a:solidFill>
                <a:latin typeface="Inter"/>
                <a:ea typeface="Inter"/>
                <a:cs typeface="Inter"/>
                <a:sym typeface="Inter"/>
              </a:rPr>
              <a:t>Pemilik homestay di Ubud dan desa wisata di Karangasem masih menggunakan metode promosi tradisional seperti brosur dan rekomendasi mulut ke mulut, tanpa kehadiran aktif di platform seperti Instagram, TikTok, atau marketplace booking online.</a:t>
            </a:r>
          </a:p>
        </p:txBody>
      </p:sp>
      <p:sp>
        <p:nvSpPr>
          <p:cNvPr name="TextBox 13" id="13"/>
          <p:cNvSpPr txBox="true"/>
          <p:nvPr/>
        </p:nvSpPr>
        <p:spPr>
          <a:xfrm rot="0">
            <a:off x="600075" y="2110445"/>
            <a:ext cx="1790576"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Konteks</a:t>
            </a:r>
            <a:r>
              <a:rPr lang="en-US" b="true" sz="1771">
                <a:solidFill>
                  <a:srgbClr val="000000"/>
                </a:solidFill>
                <a:latin typeface="Petrona Bold"/>
                <a:ea typeface="Petrona Bold"/>
                <a:cs typeface="Petrona Bold"/>
                <a:sym typeface="Petrona Bold"/>
              </a:rPr>
              <a:t> </a:t>
            </a:r>
            <a:r>
              <a:rPr lang="en-US" b="true" sz="1771">
                <a:solidFill>
                  <a:srgbClr val="000000"/>
                </a:solidFill>
                <a:latin typeface="Petrona Bold"/>
                <a:ea typeface="Petrona Bold"/>
                <a:cs typeface="Petrona Bold"/>
                <a:sym typeface="Petrona Bold"/>
              </a:rPr>
              <a:t>Masalah</a:t>
            </a:r>
          </a:p>
        </p:txBody>
      </p:sp>
      <p:sp>
        <p:nvSpPr>
          <p:cNvPr name="TextBox 14" id="14"/>
          <p:cNvSpPr txBox="true"/>
          <p:nvPr/>
        </p:nvSpPr>
        <p:spPr>
          <a:xfrm rot="0">
            <a:off x="1779670" y="26106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5" id="15"/>
          <p:cNvSpPr txBox="true"/>
          <p:nvPr/>
        </p:nvSpPr>
        <p:spPr>
          <a:xfrm rot="0">
            <a:off x="600075" y="2610650"/>
            <a:ext cx="6472752"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Banyak pelakuUMKM dan pengelola destinasi pariwisata, terutama di daerah, </a:t>
            </a:r>
          </a:p>
        </p:txBody>
      </p:sp>
      <p:sp>
        <p:nvSpPr>
          <p:cNvPr name="TextBox 16" id="16"/>
          <p:cNvSpPr txBox="true"/>
          <p:nvPr/>
        </p:nvSpPr>
        <p:spPr>
          <a:xfrm rot="0">
            <a:off x="600075" y="2886875"/>
            <a:ext cx="6634734"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masih mengandalkan promosi manual dan belum memanfaatkan platform digital </a:t>
            </a:r>
          </a:p>
        </p:txBody>
      </p:sp>
      <p:sp>
        <p:nvSpPr>
          <p:cNvPr name="TextBox 17" id="17"/>
          <p:cNvSpPr txBox="true"/>
          <p:nvPr/>
        </p:nvSpPr>
        <p:spPr>
          <a:xfrm rot="0">
            <a:off x="600075" y="3163100"/>
            <a:ext cx="480181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secara maksimaluntuk menjangkau pasar yang lebih luas.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7143750" y="257"/>
            <a:ext cx="4286250" cy="6438643"/>
            <a:chOff x="0" y="0"/>
            <a:chExt cx="5715000" cy="8584857"/>
          </a:xfrm>
        </p:grpSpPr>
        <p:sp>
          <p:nvSpPr>
            <p:cNvPr name="Freeform 9" id="9"/>
            <p:cNvSpPr/>
            <p:nvPr/>
          </p:nvSpPr>
          <p:spPr>
            <a:xfrm flipH="false" flipV="false" rot="0">
              <a:off x="0" y="0"/>
              <a:ext cx="5715000" cy="8584819"/>
            </a:xfrm>
            <a:custGeom>
              <a:avLst/>
              <a:gdLst/>
              <a:ahLst/>
              <a:cxnLst/>
              <a:rect r="r" b="b" t="t" l="l"/>
              <a:pathLst>
                <a:path h="8584819" w="5715000">
                  <a:moveTo>
                    <a:pt x="0" y="0"/>
                  </a:moveTo>
                  <a:lnTo>
                    <a:pt x="5715000" y="0"/>
                  </a:lnTo>
                  <a:lnTo>
                    <a:pt x="5715000" y="8584819"/>
                  </a:lnTo>
                  <a:lnTo>
                    <a:pt x="0" y="8584819"/>
                  </a:lnTo>
                  <a:lnTo>
                    <a:pt x="0" y="0"/>
                  </a:lnTo>
                  <a:close/>
                </a:path>
              </a:pathLst>
            </a:custGeom>
            <a:blipFill>
              <a:blip r:embed="rId4"/>
              <a:stretch>
                <a:fillRect l="-73" t="-3" r="-73" b="0"/>
              </a:stretch>
            </a:blipFill>
          </p:spPr>
        </p:sp>
      </p:grpSp>
      <p:grpSp>
        <p:nvGrpSpPr>
          <p:cNvPr name="Group 10" id="10"/>
          <p:cNvGrpSpPr/>
          <p:nvPr/>
        </p:nvGrpSpPr>
        <p:grpSpPr>
          <a:xfrm rot="0">
            <a:off x="536572" y="1622422"/>
            <a:ext cx="3013072" cy="2536822"/>
            <a:chOff x="0" y="0"/>
            <a:chExt cx="3013075" cy="2536825"/>
          </a:xfrm>
        </p:grpSpPr>
        <p:sp>
          <p:nvSpPr>
            <p:cNvPr name="Freeform 11" id="11"/>
            <p:cNvSpPr/>
            <p:nvPr/>
          </p:nvSpPr>
          <p:spPr>
            <a:xfrm flipH="false" flipV="false" rot="0">
              <a:off x="72898" y="73025"/>
              <a:ext cx="2867533" cy="2391029"/>
            </a:xfrm>
            <a:custGeom>
              <a:avLst/>
              <a:gdLst/>
              <a:ahLst/>
              <a:cxnLst/>
              <a:rect r="r" b="b" t="t" l="l"/>
              <a:pathLst>
                <a:path h="2391029" w="2867533">
                  <a:moveTo>
                    <a:pt x="127" y="2340229"/>
                  </a:moveTo>
                  <a:lnTo>
                    <a:pt x="127" y="50546"/>
                  </a:lnTo>
                  <a:cubicBezTo>
                    <a:pt x="127" y="47244"/>
                    <a:pt x="508" y="43942"/>
                    <a:pt x="1143" y="40640"/>
                  </a:cubicBezTo>
                  <a:cubicBezTo>
                    <a:pt x="1778" y="37338"/>
                    <a:pt x="2794" y="34290"/>
                    <a:pt x="4064" y="31242"/>
                  </a:cubicBezTo>
                  <a:cubicBezTo>
                    <a:pt x="5334" y="28194"/>
                    <a:pt x="6858" y="25273"/>
                    <a:pt x="8763" y="22479"/>
                  </a:cubicBezTo>
                  <a:cubicBezTo>
                    <a:pt x="10668" y="19685"/>
                    <a:pt x="12700" y="17145"/>
                    <a:pt x="14986" y="14859"/>
                  </a:cubicBezTo>
                  <a:cubicBezTo>
                    <a:pt x="17272" y="12573"/>
                    <a:pt x="19939" y="10414"/>
                    <a:pt x="22606" y="8636"/>
                  </a:cubicBezTo>
                  <a:cubicBezTo>
                    <a:pt x="25273" y="6858"/>
                    <a:pt x="28321" y="5207"/>
                    <a:pt x="31369" y="3937"/>
                  </a:cubicBezTo>
                  <a:cubicBezTo>
                    <a:pt x="34417" y="2667"/>
                    <a:pt x="37592" y="1651"/>
                    <a:pt x="40894" y="1016"/>
                  </a:cubicBezTo>
                  <a:cubicBezTo>
                    <a:pt x="44196" y="381"/>
                    <a:pt x="47371" y="0"/>
                    <a:pt x="50800" y="0"/>
                  </a:cubicBezTo>
                  <a:lnTo>
                    <a:pt x="2816860" y="0"/>
                  </a:lnTo>
                  <a:cubicBezTo>
                    <a:pt x="2820162" y="0"/>
                    <a:pt x="2823464" y="254"/>
                    <a:pt x="2826766" y="1016"/>
                  </a:cubicBezTo>
                  <a:cubicBezTo>
                    <a:pt x="2830068" y="1778"/>
                    <a:pt x="2833243" y="2667"/>
                    <a:pt x="2836291" y="3937"/>
                  </a:cubicBezTo>
                  <a:cubicBezTo>
                    <a:pt x="2839339" y="5207"/>
                    <a:pt x="2842260" y="6731"/>
                    <a:pt x="2845054" y="8636"/>
                  </a:cubicBezTo>
                  <a:cubicBezTo>
                    <a:pt x="2847848" y="10541"/>
                    <a:pt x="2850388" y="12573"/>
                    <a:pt x="2852674" y="14859"/>
                  </a:cubicBezTo>
                  <a:cubicBezTo>
                    <a:pt x="2854960" y="17145"/>
                    <a:pt x="2857119" y="19812"/>
                    <a:pt x="2858897" y="22479"/>
                  </a:cubicBezTo>
                  <a:cubicBezTo>
                    <a:pt x="2860675" y="25146"/>
                    <a:pt x="2862326" y="28194"/>
                    <a:pt x="2863596" y="31242"/>
                  </a:cubicBezTo>
                  <a:cubicBezTo>
                    <a:pt x="2864866" y="34290"/>
                    <a:pt x="2865882" y="37465"/>
                    <a:pt x="2866517" y="40640"/>
                  </a:cubicBezTo>
                  <a:cubicBezTo>
                    <a:pt x="2867152" y="43815"/>
                    <a:pt x="2867533" y="47117"/>
                    <a:pt x="2867533" y="50546"/>
                  </a:cubicBezTo>
                  <a:lnTo>
                    <a:pt x="2867533" y="2340356"/>
                  </a:lnTo>
                  <a:cubicBezTo>
                    <a:pt x="2867533" y="2343658"/>
                    <a:pt x="2867279" y="2346960"/>
                    <a:pt x="2866517" y="2350262"/>
                  </a:cubicBezTo>
                  <a:cubicBezTo>
                    <a:pt x="2865755" y="2353564"/>
                    <a:pt x="2864866" y="2356612"/>
                    <a:pt x="2863596" y="2359787"/>
                  </a:cubicBezTo>
                  <a:cubicBezTo>
                    <a:pt x="2862326" y="2362962"/>
                    <a:pt x="2860802" y="2365756"/>
                    <a:pt x="2858897" y="2368550"/>
                  </a:cubicBezTo>
                  <a:cubicBezTo>
                    <a:pt x="2856992" y="2371344"/>
                    <a:pt x="2854960" y="2373884"/>
                    <a:pt x="2852674" y="2376170"/>
                  </a:cubicBezTo>
                  <a:cubicBezTo>
                    <a:pt x="2850388" y="2378456"/>
                    <a:pt x="2847721" y="2380615"/>
                    <a:pt x="2845054" y="2382393"/>
                  </a:cubicBezTo>
                  <a:cubicBezTo>
                    <a:pt x="2842387" y="2384171"/>
                    <a:pt x="2839339" y="2385822"/>
                    <a:pt x="2836291" y="2387092"/>
                  </a:cubicBezTo>
                  <a:cubicBezTo>
                    <a:pt x="2833243" y="2388362"/>
                    <a:pt x="2830068" y="2389378"/>
                    <a:pt x="2826766" y="2390013"/>
                  </a:cubicBezTo>
                  <a:cubicBezTo>
                    <a:pt x="2823464" y="2390648"/>
                    <a:pt x="2820289" y="2391029"/>
                    <a:pt x="2816860" y="2391029"/>
                  </a:cubicBezTo>
                  <a:lnTo>
                    <a:pt x="50673" y="2391029"/>
                  </a:lnTo>
                  <a:cubicBezTo>
                    <a:pt x="47371" y="2391029"/>
                    <a:pt x="44069" y="2390648"/>
                    <a:pt x="40767" y="2390013"/>
                  </a:cubicBezTo>
                  <a:cubicBezTo>
                    <a:pt x="37465" y="2389378"/>
                    <a:pt x="34417" y="2388362"/>
                    <a:pt x="31242" y="2387092"/>
                  </a:cubicBezTo>
                  <a:cubicBezTo>
                    <a:pt x="28067" y="2385822"/>
                    <a:pt x="25273" y="2384298"/>
                    <a:pt x="22479" y="2382393"/>
                  </a:cubicBezTo>
                  <a:cubicBezTo>
                    <a:pt x="19685" y="2380488"/>
                    <a:pt x="17145" y="2378456"/>
                    <a:pt x="14859" y="2376170"/>
                  </a:cubicBezTo>
                  <a:cubicBezTo>
                    <a:pt x="12573" y="2373884"/>
                    <a:pt x="10414" y="2371217"/>
                    <a:pt x="8636" y="2368550"/>
                  </a:cubicBezTo>
                  <a:cubicBezTo>
                    <a:pt x="6858" y="2365883"/>
                    <a:pt x="5207" y="2362835"/>
                    <a:pt x="3937" y="2359787"/>
                  </a:cubicBezTo>
                  <a:cubicBezTo>
                    <a:pt x="2667" y="2356739"/>
                    <a:pt x="1651" y="2353564"/>
                    <a:pt x="1016" y="2350262"/>
                  </a:cubicBezTo>
                  <a:cubicBezTo>
                    <a:pt x="381" y="2346960"/>
                    <a:pt x="0" y="2343785"/>
                    <a:pt x="0" y="2340356"/>
                  </a:cubicBezTo>
                </a:path>
              </a:pathLst>
            </a:custGeom>
            <a:solidFill>
              <a:srgbClr val="FFFFFF">
                <a:alpha val="89804"/>
              </a:srgbClr>
            </a:solidFill>
          </p:spPr>
        </p:sp>
        <p:sp>
          <p:nvSpPr>
            <p:cNvPr name="Freeform 12" id="12"/>
            <p:cNvSpPr/>
            <p:nvPr/>
          </p:nvSpPr>
          <p:spPr>
            <a:xfrm flipH="false" flipV="false" rot="0">
              <a:off x="63500" y="63500"/>
              <a:ext cx="2885948" cy="2409825"/>
            </a:xfrm>
            <a:custGeom>
              <a:avLst/>
              <a:gdLst/>
              <a:ahLst/>
              <a:cxnLst/>
              <a:rect r="r" b="b" t="t" l="l"/>
              <a:pathLst>
                <a:path h="2409825" w="2885948">
                  <a:moveTo>
                    <a:pt x="0" y="2349754"/>
                  </a:moveTo>
                  <a:lnTo>
                    <a:pt x="0" y="60071"/>
                  </a:lnTo>
                  <a:lnTo>
                    <a:pt x="9525" y="60071"/>
                  </a:lnTo>
                  <a:lnTo>
                    <a:pt x="0" y="60071"/>
                  </a:lnTo>
                  <a:cubicBezTo>
                    <a:pt x="0" y="56134"/>
                    <a:pt x="381" y="52197"/>
                    <a:pt x="1143" y="48387"/>
                  </a:cubicBezTo>
                  <a:lnTo>
                    <a:pt x="10541" y="50292"/>
                  </a:lnTo>
                  <a:lnTo>
                    <a:pt x="1143" y="48387"/>
                  </a:lnTo>
                  <a:cubicBezTo>
                    <a:pt x="1905" y="44577"/>
                    <a:pt x="3048" y="40767"/>
                    <a:pt x="4572" y="37084"/>
                  </a:cubicBezTo>
                  <a:lnTo>
                    <a:pt x="13335" y="40767"/>
                  </a:lnTo>
                  <a:lnTo>
                    <a:pt x="4572" y="37084"/>
                  </a:lnTo>
                  <a:cubicBezTo>
                    <a:pt x="6096" y="33401"/>
                    <a:pt x="7874" y="29972"/>
                    <a:pt x="10160" y="26670"/>
                  </a:cubicBezTo>
                  <a:cubicBezTo>
                    <a:pt x="12319" y="23368"/>
                    <a:pt x="14859" y="20447"/>
                    <a:pt x="17653" y="17653"/>
                  </a:cubicBezTo>
                  <a:cubicBezTo>
                    <a:pt x="20447" y="14859"/>
                    <a:pt x="23495" y="12446"/>
                    <a:pt x="26670" y="10160"/>
                  </a:cubicBezTo>
                  <a:cubicBezTo>
                    <a:pt x="29972" y="8001"/>
                    <a:pt x="33401" y="6096"/>
                    <a:pt x="37084" y="4572"/>
                  </a:cubicBezTo>
                  <a:cubicBezTo>
                    <a:pt x="40640" y="3048"/>
                    <a:pt x="44450" y="1905"/>
                    <a:pt x="48260" y="1143"/>
                  </a:cubicBezTo>
                  <a:lnTo>
                    <a:pt x="50165" y="10541"/>
                  </a:lnTo>
                  <a:lnTo>
                    <a:pt x="48260" y="1143"/>
                  </a:lnTo>
                  <a:cubicBezTo>
                    <a:pt x="52197" y="381"/>
                    <a:pt x="56007" y="0"/>
                    <a:pt x="59944" y="0"/>
                  </a:cubicBezTo>
                  <a:lnTo>
                    <a:pt x="59944" y="9525"/>
                  </a:lnTo>
                  <a:lnTo>
                    <a:pt x="59944" y="0"/>
                  </a:lnTo>
                  <a:lnTo>
                    <a:pt x="2826004" y="0"/>
                  </a:lnTo>
                  <a:lnTo>
                    <a:pt x="2826004" y="9525"/>
                  </a:lnTo>
                  <a:lnTo>
                    <a:pt x="2826004" y="0"/>
                  </a:lnTo>
                  <a:cubicBezTo>
                    <a:pt x="2829941" y="0"/>
                    <a:pt x="2833878" y="381"/>
                    <a:pt x="2837688" y="1143"/>
                  </a:cubicBezTo>
                  <a:lnTo>
                    <a:pt x="2835783" y="10541"/>
                  </a:lnTo>
                  <a:lnTo>
                    <a:pt x="2837688" y="1143"/>
                  </a:lnTo>
                  <a:cubicBezTo>
                    <a:pt x="2841498" y="1905"/>
                    <a:pt x="2845308" y="3048"/>
                    <a:pt x="2848864" y="4572"/>
                  </a:cubicBezTo>
                  <a:cubicBezTo>
                    <a:pt x="2852547" y="6096"/>
                    <a:pt x="2855976" y="8001"/>
                    <a:pt x="2859278" y="10160"/>
                  </a:cubicBezTo>
                  <a:lnTo>
                    <a:pt x="2853944" y="18034"/>
                  </a:lnTo>
                  <a:lnTo>
                    <a:pt x="2859278" y="10160"/>
                  </a:lnTo>
                  <a:cubicBezTo>
                    <a:pt x="2862580" y="12319"/>
                    <a:pt x="2865628" y="14859"/>
                    <a:pt x="2868422" y="17653"/>
                  </a:cubicBezTo>
                  <a:cubicBezTo>
                    <a:pt x="2871216" y="20447"/>
                    <a:pt x="2873629" y="23495"/>
                    <a:pt x="2875788" y="26670"/>
                  </a:cubicBezTo>
                  <a:cubicBezTo>
                    <a:pt x="2877947" y="29972"/>
                    <a:pt x="2879852" y="33401"/>
                    <a:pt x="2881376" y="37084"/>
                  </a:cubicBezTo>
                  <a:lnTo>
                    <a:pt x="2872613" y="40640"/>
                  </a:lnTo>
                  <a:lnTo>
                    <a:pt x="2881376" y="36957"/>
                  </a:lnTo>
                  <a:cubicBezTo>
                    <a:pt x="2882900" y="40640"/>
                    <a:pt x="2884043" y="44323"/>
                    <a:pt x="2884805" y="48260"/>
                  </a:cubicBezTo>
                  <a:lnTo>
                    <a:pt x="2875407" y="50038"/>
                  </a:lnTo>
                  <a:lnTo>
                    <a:pt x="2884805" y="48133"/>
                  </a:lnTo>
                  <a:cubicBezTo>
                    <a:pt x="2885567" y="52070"/>
                    <a:pt x="2885948" y="56007"/>
                    <a:pt x="2885948" y="59817"/>
                  </a:cubicBezTo>
                  <a:lnTo>
                    <a:pt x="2876423" y="59817"/>
                  </a:lnTo>
                  <a:lnTo>
                    <a:pt x="2885948" y="59817"/>
                  </a:lnTo>
                  <a:lnTo>
                    <a:pt x="2885948" y="2349627"/>
                  </a:lnTo>
                  <a:lnTo>
                    <a:pt x="2876423" y="2349627"/>
                  </a:lnTo>
                  <a:lnTo>
                    <a:pt x="2885948" y="2349627"/>
                  </a:lnTo>
                  <a:cubicBezTo>
                    <a:pt x="2885948" y="2353564"/>
                    <a:pt x="2885567" y="2357501"/>
                    <a:pt x="2884805" y="2361311"/>
                  </a:cubicBezTo>
                  <a:lnTo>
                    <a:pt x="2875534" y="2359406"/>
                  </a:lnTo>
                  <a:lnTo>
                    <a:pt x="2884932" y="2361184"/>
                  </a:lnTo>
                  <a:cubicBezTo>
                    <a:pt x="2884170" y="2365121"/>
                    <a:pt x="2883027" y="2368804"/>
                    <a:pt x="2881503" y="2372487"/>
                  </a:cubicBezTo>
                  <a:lnTo>
                    <a:pt x="2872740" y="2368804"/>
                  </a:lnTo>
                  <a:lnTo>
                    <a:pt x="2881503" y="2372360"/>
                  </a:lnTo>
                  <a:cubicBezTo>
                    <a:pt x="2879979" y="2376043"/>
                    <a:pt x="2878074" y="2379472"/>
                    <a:pt x="2875915" y="2382774"/>
                  </a:cubicBezTo>
                  <a:lnTo>
                    <a:pt x="2868041" y="2377440"/>
                  </a:lnTo>
                  <a:lnTo>
                    <a:pt x="2875915" y="2382774"/>
                  </a:lnTo>
                  <a:cubicBezTo>
                    <a:pt x="2873756" y="2386076"/>
                    <a:pt x="2871216" y="2389124"/>
                    <a:pt x="2868422" y="2391918"/>
                  </a:cubicBezTo>
                  <a:cubicBezTo>
                    <a:pt x="2865628" y="2394712"/>
                    <a:pt x="2862580" y="2397125"/>
                    <a:pt x="2859278" y="2399411"/>
                  </a:cubicBezTo>
                  <a:lnTo>
                    <a:pt x="2853944" y="2391537"/>
                  </a:lnTo>
                  <a:lnTo>
                    <a:pt x="2859278" y="2399411"/>
                  </a:lnTo>
                  <a:cubicBezTo>
                    <a:pt x="2855976" y="2401570"/>
                    <a:pt x="2852547" y="2403475"/>
                    <a:pt x="2848864" y="2404999"/>
                  </a:cubicBezTo>
                  <a:lnTo>
                    <a:pt x="2845181" y="2396236"/>
                  </a:lnTo>
                  <a:lnTo>
                    <a:pt x="2848864" y="2404999"/>
                  </a:lnTo>
                  <a:cubicBezTo>
                    <a:pt x="2845181" y="2406523"/>
                    <a:pt x="2841498" y="2407666"/>
                    <a:pt x="2837561" y="2408428"/>
                  </a:cubicBezTo>
                  <a:cubicBezTo>
                    <a:pt x="2833751" y="2409190"/>
                    <a:pt x="2829814" y="2409571"/>
                    <a:pt x="2825877" y="2409571"/>
                  </a:cubicBezTo>
                  <a:lnTo>
                    <a:pt x="2825877" y="2400300"/>
                  </a:lnTo>
                  <a:lnTo>
                    <a:pt x="2825877" y="2409825"/>
                  </a:lnTo>
                  <a:lnTo>
                    <a:pt x="60071" y="2409825"/>
                  </a:lnTo>
                  <a:lnTo>
                    <a:pt x="60071" y="2400300"/>
                  </a:lnTo>
                  <a:lnTo>
                    <a:pt x="60071" y="2409825"/>
                  </a:lnTo>
                  <a:cubicBezTo>
                    <a:pt x="56134" y="2409825"/>
                    <a:pt x="52197" y="2409444"/>
                    <a:pt x="48387" y="2408682"/>
                  </a:cubicBezTo>
                  <a:cubicBezTo>
                    <a:pt x="44450" y="2407920"/>
                    <a:pt x="40767" y="2406777"/>
                    <a:pt x="37084" y="2405253"/>
                  </a:cubicBezTo>
                  <a:lnTo>
                    <a:pt x="40767" y="2396490"/>
                  </a:lnTo>
                  <a:lnTo>
                    <a:pt x="37084" y="2405253"/>
                  </a:lnTo>
                  <a:cubicBezTo>
                    <a:pt x="33401" y="2403729"/>
                    <a:pt x="29972" y="2401951"/>
                    <a:pt x="26670" y="2399665"/>
                  </a:cubicBezTo>
                  <a:cubicBezTo>
                    <a:pt x="23368" y="2397506"/>
                    <a:pt x="20320" y="2394966"/>
                    <a:pt x="17653" y="2392172"/>
                  </a:cubicBezTo>
                  <a:cubicBezTo>
                    <a:pt x="14859" y="2389378"/>
                    <a:pt x="12446" y="2386330"/>
                    <a:pt x="10160" y="2383028"/>
                  </a:cubicBezTo>
                  <a:lnTo>
                    <a:pt x="18034" y="2377694"/>
                  </a:lnTo>
                  <a:lnTo>
                    <a:pt x="10160" y="2383028"/>
                  </a:lnTo>
                  <a:cubicBezTo>
                    <a:pt x="8001" y="2379726"/>
                    <a:pt x="6096" y="2376297"/>
                    <a:pt x="4572" y="2372614"/>
                  </a:cubicBezTo>
                  <a:lnTo>
                    <a:pt x="13335" y="2368931"/>
                  </a:lnTo>
                  <a:lnTo>
                    <a:pt x="4572" y="2372614"/>
                  </a:lnTo>
                  <a:cubicBezTo>
                    <a:pt x="3048" y="2368931"/>
                    <a:pt x="1905" y="2365248"/>
                    <a:pt x="1143" y="2361311"/>
                  </a:cubicBezTo>
                  <a:lnTo>
                    <a:pt x="10541" y="2359406"/>
                  </a:lnTo>
                  <a:lnTo>
                    <a:pt x="1143" y="2361311"/>
                  </a:lnTo>
                  <a:cubicBezTo>
                    <a:pt x="381" y="2357501"/>
                    <a:pt x="0" y="2353564"/>
                    <a:pt x="0" y="2349627"/>
                  </a:cubicBezTo>
                  <a:lnTo>
                    <a:pt x="9525" y="2349627"/>
                  </a:lnTo>
                  <a:lnTo>
                    <a:pt x="0" y="2349627"/>
                  </a:lnTo>
                  <a:moveTo>
                    <a:pt x="19050" y="2349627"/>
                  </a:moveTo>
                  <a:cubicBezTo>
                    <a:pt x="19050" y="2352294"/>
                    <a:pt x="19304" y="2354961"/>
                    <a:pt x="19812" y="2357628"/>
                  </a:cubicBezTo>
                  <a:cubicBezTo>
                    <a:pt x="20320" y="2360295"/>
                    <a:pt x="21082" y="2362835"/>
                    <a:pt x="22098" y="2365248"/>
                  </a:cubicBezTo>
                  <a:cubicBezTo>
                    <a:pt x="23114" y="2367661"/>
                    <a:pt x="24384" y="2370074"/>
                    <a:pt x="25908" y="2372360"/>
                  </a:cubicBezTo>
                  <a:cubicBezTo>
                    <a:pt x="27432" y="2374646"/>
                    <a:pt x="29083" y="2376678"/>
                    <a:pt x="30988" y="2378583"/>
                  </a:cubicBezTo>
                  <a:lnTo>
                    <a:pt x="24257" y="2385314"/>
                  </a:lnTo>
                  <a:lnTo>
                    <a:pt x="30988" y="2378583"/>
                  </a:lnTo>
                  <a:cubicBezTo>
                    <a:pt x="32893" y="2380488"/>
                    <a:pt x="34925" y="2382139"/>
                    <a:pt x="37211" y="2383663"/>
                  </a:cubicBezTo>
                  <a:lnTo>
                    <a:pt x="31877" y="2391537"/>
                  </a:lnTo>
                  <a:lnTo>
                    <a:pt x="37211" y="2383663"/>
                  </a:lnTo>
                  <a:cubicBezTo>
                    <a:pt x="39497" y="2385187"/>
                    <a:pt x="41783" y="2386457"/>
                    <a:pt x="44323" y="2387473"/>
                  </a:cubicBezTo>
                  <a:cubicBezTo>
                    <a:pt x="46863" y="2388489"/>
                    <a:pt x="49403" y="2389251"/>
                    <a:pt x="51943" y="2389759"/>
                  </a:cubicBezTo>
                  <a:lnTo>
                    <a:pt x="50038" y="2399157"/>
                  </a:lnTo>
                  <a:lnTo>
                    <a:pt x="51816" y="2389759"/>
                  </a:lnTo>
                  <a:cubicBezTo>
                    <a:pt x="54483" y="2390267"/>
                    <a:pt x="57150" y="2390521"/>
                    <a:pt x="59817" y="2390521"/>
                  </a:cubicBezTo>
                  <a:lnTo>
                    <a:pt x="2825877" y="2390521"/>
                  </a:lnTo>
                  <a:cubicBezTo>
                    <a:pt x="2828544" y="2390521"/>
                    <a:pt x="2831211" y="2390267"/>
                    <a:pt x="2833878" y="2389759"/>
                  </a:cubicBezTo>
                  <a:lnTo>
                    <a:pt x="2835656" y="2399157"/>
                  </a:lnTo>
                  <a:lnTo>
                    <a:pt x="2833751" y="2389759"/>
                  </a:lnTo>
                  <a:cubicBezTo>
                    <a:pt x="2836418" y="2389251"/>
                    <a:pt x="2838958" y="2388489"/>
                    <a:pt x="2841498" y="2387473"/>
                  </a:cubicBezTo>
                  <a:cubicBezTo>
                    <a:pt x="2844038" y="2386457"/>
                    <a:pt x="2846324" y="2385187"/>
                    <a:pt x="2848610" y="2383663"/>
                  </a:cubicBezTo>
                  <a:cubicBezTo>
                    <a:pt x="2850896" y="2382139"/>
                    <a:pt x="2852928" y="2380488"/>
                    <a:pt x="2854833" y="2378583"/>
                  </a:cubicBezTo>
                  <a:lnTo>
                    <a:pt x="2861564" y="2385314"/>
                  </a:lnTo>
                  <a:lnTo>
                    <a:pt x="2854833" y="2378583"/>
                  </a:lnTo>
                  <a:cubicBezTo>
                    <a:pt x="2856738" y="2376678"/>
                    <a:pt x="2858389" y="2374646"/>
                    <a:pt x="2859913" y="2372360"/>
                  </a:cubicBezTo>
                  <a:cubicBezTo>
                    <a:pt x="2861437" y="2370074"/>
                    <a:pt x="2862707" y="2367788"/>
                    <a:pt x="2863723" y="2365248"/>
                  </a:cubicBezTo>
                  <a:cubicBezTo>
                    <a:pt x="2864739" y="2362708"/>
                    <a:pt x="2865501" y="2360168"/>
                    <a:pt x="2866009" y="2357628"/>
                  </a:cubicBezTo>
                  <a:cubicBezTo>
                    <a:pt x="2866517" y="2355088"/>
                    <a:pt x="2866771" y="2352421"/>
                    <a:pt x="2866771" y="2349627"/>
                  </a:cubicBezTo>
                  <a:lnTo>
                    <a:pt x="2866771" y="60071"/>
                  </a:lnTo>
                  <a:cubicBezTo>
                    <a:pt x="2866771" y="57404"/>
                    <a:pt x="2866517" y="54737"/>
                    <a:pt x="2866009" y="52070"/>
                  </a:cubicBezTo>
                  <a:cubicBezTo>
                    <a:pt x="2865501" y="49530"/>
                    <a:pt x="2864739" y="46990"/>
                    <a:pt x="2863723" y="44450"/>
                  </a:cubicBezTo>
                  <a:cubicBezTo>
                    <a:pt x="2862707" y="42037"/>
                    <a:pt x="2861437" y="39624"/>
                    <a:pt x="2859913" y="37338"/>
                  </a:cubicBezTo>
                  <a:lnTo>
                    <a:pt x="2867787" y="32004"/>
                  </a:lnTo>
                  <a:lnTo>
                    <a:pt x="2859913" y="37338"/>
                  </a:lnTo>
                  <a:cubicBezTo>
                    <a:pt x="2858389" y="35052"/>
                    <a:pt x="2856738" y="33020"/>
                    <a:pt x="2854833" y="31115"/>
                  </a:cubicBezTo>
                  <a:lnTo>
                    <a:pt x="2861564" y="24384"/>
                  </a:lnTo>
                  <a:lnTo>
                    <a:pt x="2854833" y="31115"/>
                  </a:lnTo>
                  <a:cubicBezTo>
                    <a:pt x="2852928" y="29210"/>
                    <a:pt x="2850896" y="27559"/>
                    <a:pt x="2848610" y="26035"/>
                  </a:cubicBezTo>
                  <a:cubicBezTo>
                    <a:pt x="2846324" y="24511"/>
                    <a:pt x="2844038" y="23241"/>
                    <a:pt x="2841498" y="22225"/>
                  </a:cubicBezTo>
                  <a:lnTo>
                    <a:pt x="2845181" y="13462"/>
                  </a:lnTo>
                  <a:lnTo>
                    <a:pt x="2841498" y="22225"/>
                  </a:lnTo>
                  <a:cubicBezTo>
                    <a:pt x="2838958" y="21209"/>
                    <a:pt x="2836418" y="20447"/>
                    <a:pt x="2833751" y="19939"/>
                  </a:cubicBezTo>
                  <a:cubicBezTo>
                    <a:pt x="2831084" y="19431"/>
                    <a:pt x="2828544" y="19177"/>
                    <a:pt x="2825750" y="19177"/>
                  </a:cubicBezTo>
                  <a:lnTo>
                    <a:pt x="60071" y="19177"/>
                  </a:lnTo>
                  <a:cubicBezTo>
                    <a:pt x="57404" y="19177"/>
                    <a:pt x="54737" y="19431"/>
                    <a:pt x="52070" y="19939"/>
                  </a:cubicBezTo>
                  <a:cubicBezTo>
                    <a:pt x="49403" y="20447"/>
                    <a:pt x="46863" y="21209"/>
                    <a:pt x="44323" y="22225"/>
                  </a:cubicBezTo>
                  <a:lnTo>
                    <a:pt x="40640" y="13335"/>
                  </a:lnTo>
                  <a:lnTo>
                    <a:pt x="44323" y="22098"/>
                  </a:lnTo>
                  <a:cubicBezTo>
                    <a:pt x="41783" y="23114"/>
                    <a:pt x="39497" y="24384"/>
                    <a:pt x="37211" y="25908"/>
                  </a:cubicBezTo>
                  <a:lnTo>
                    <a:pt x="31877" y="18034"/>
                  </a:lnTo>
                  <a:lnTo>
                    <a:pt x="37211" y="25908"/>
                  </a:lnTo>
                  <a:cubicBezTo>
                    <a:pt x="34925" y="27432"/>
                    <a:pt x="32893" y="29083"/>
                    <a:pt x="30988" y="30988"/>
                  </a:cubicBezTo>
                  <a:lnTo>
                    <a:pt x="24257" y="24257"/>
                  </a:lnTo>
                  <a:lnTo>
                    <a:pt x="30988" y="30988"/>
                  </a:lnTo>
                  <a:cubicBezTo>
                    <a:pt x="29083" y="32893"/>
                    <a:pt x="27432" y="34925"/>
                    <a:pt x="25908" y="37211"/>
                  </a:cubicBezTo>
                  <a:lnTo>
                    <a:pt x="18034" y="31877"/>
                  </a:lnTo>
                  <a:lnTo>
                    <a:pt x="25908" y="37211"/>
                  </a:lnTo>
                  <a:cubicBezTo>
                    <a:pt x="24384" y="39497"/>
                    <a:pt x="23114" y="41783"/>
                    <a:pt x="22098" y="44323"/>
                  </a:cubicBezTo>
                  <a:cubicBezTo>
                    <a:pt x="21082" y="46863"/>
                    <a:pt x="20320" y="49403"/>
                    <a:pt x="19812" y="51943"/>
                  </a:cubicBezTo>
                  <a:cubicBezTo>
                    <a:pt x="19304" y="54610"/>
                    <a:pt x="19050" y="57277"/>
                    <a:pt x="19050" y="59944"/>
                  </a:cubicBezTo>
                  <a:lnTo>
                    <a:pt x="19050" y="2349754"/>
                  </a:lnTo>
                  <a:close/>
                </a:path>
              </a:pathLst>
            </a:custGeom>
            <a:solidFill>
              <a:srgbClr val="B2D4E5"/>
            </a:solidFill>
          </p:spPr>
        </p:sp>
      </p:grpSp>
      <p:grpSp>
        <p:nvGrpSpPr>
          <p:cNvPr name="Group 13" id="13"/>
          <p:cNvGrpSpPr/>
          <p:nvPr/>
        </p:nvGrpSpPr>
        <p:grpSpPr>
          <a:xfrm rot="0">
            <a:off x="536572" y="4203697"/>
            <a:ext cx="6070597" cy="1441447"/>
            <a:chOff x="0" y="0"/>
            <a:chExt cx="6070600" cy="1441450"/>
          </a:xfrm>
        </p:grpSpPr>
        <p:sp>
          <p:nvSpPr>
            <p:cNvPr name="Freeform 14" id="14"/>
            <p:cNvSpPr/>
            <p:nvPr/>
          </p:nvSpPr>
          <p:spPr>
            <a:xfrm flipH="false" flipV="false" rot="0">
              <a:off x="72898" y="72898"/>
              <a:ext cx="5924804" cy="1295653"/>
            </a:xfrm>
            <a:custGeom>
              <a:avLst/>
              <a:gdLst/>
              <a:ahLst/>
              <a:cxnLst/>
              <a:rect r="r" b="b" t="t" l="l"/>
              <a:pathLst>
                <a:path h="1295653" w="5924804">
                  <a:moveTo>
                    <a:pt x="127" y="1245107"/>
                  </a:moveTo>
                  <a:lnTo>
                    <a:pt x="127" y="50546"/>
                  </a:lnTo>
                  <a:cubicBezTo>
                    <a:pt x="127" y="47244"/>
                    <a:pt x="508" y="43942"/>
                    <a:pt x="1143" y="40640"/>
                  </a:cubicBezTo>
                  <a:cubicBezTo>
                    <a:pt x="1778" y="37338"/>
                    <a:pt x="2794" y="34290"/>
                    <a:pt x="4064" y="31242"/>
                  </a:cubicBezTo>
                  <a:cubicBezTo>
                    <a:pt x="5334" y="28194"/>
                    <a:pt x="6858" y="25273"/>
                    <a:pt x="8763" y="22479"/>
                  </a:cubicBezTo>
                  <a:cubicBezTo>
                    <a:pt x="10668" y="19685"/>
                    <a:pt x="12700" y="17145"/>
                    <a:pt x="14986" y="14859"/>
                  </a:cubicBezTo>
                  <a:cubicBezTo>
                    <a:pt x="17272" y="12573"/>
                    <a:pt x="19939" y="10414"/>
                    <a:pt x="22606" y="8636"/>
                  </a:cubicBezTo>
                  <a:cubicBezTo>
                    <a:pt x="25273" y="6858"/>
                    <a:pt x="28321" y="5207"/>
                    <a:pt x="31369" y="3937"/>
                  </a:cubicBezTo>
                  <a:cubicBezTo>
                    <a:pt x="34417" y="2667"/>
                    <a:pt x="37592" y="1651"/>
                    <a:pt x="40894" y="1016"/>
                  </a:cubicBezTo>
                  <a:cubicBezTo>
                    <a:pt x="44196" y="381"/>
                    <a:pt x="47371" y="0"/>
                    <a:pt x="50800" y="0"/>
                  </a:cubicBezTo>
                  <a:lnTo>
                    <a:pt x="5874131" y="0"/>
                  </a:lnTo>
                  <a:cubicBezTo>
                    <a:pt x="5877433" y="0"/>
                    <a:pt x="5880735" y="254"/>
                    <a:pt x="5884037" y="1016"/>
                  </a:cubicBezTo>
                  <a:cubicBezTo>
                    <a:pt x="5887339" y="1778"/>
                    <a:pt x="5890387" y="2667"/>
                    <a:pt x="5893562" y="3937"/>
                  </a:cubicBezTo>
                  <a:cubicBezTo>
                    <a:pt x="5896737" y="5207"/>
                    <a:pt x="5899531" y="6731"/>
                    <a:pt x="5902325" y="8636"/>
                  </a:cubicBezTo>
                  <a:cubicBezTo>
                    <a:pt x="5905119" y="10541"/>
                    <a:pt x="5907659" y="12573"/>
                    <a:pt x="5909945" y="14859"/>
                  </a:cubicBezTo>
                  <a:cubicBezTo>
                    <a:pt x="5912231" y="17145"/>
                    <a:pt x="5914390" y="19812"/>
                    <a:pt x="5916168" y="22479"/>
                  </a:cubicBezTo>
                  <a:cubicBezTo>
                    <a:pt x="5917946" y="25146"/>
                    <a:pt x="5919597" y="28194"/>
                    <a:pt x="5920867" y="31242"/>
                  </a:cubicBezTo>
                  <a:cubicBezTo>
                    <a:pt x="5922137" y="34290"/>
                    <a:pt x="5923153" y="37465"/>
                    <a:pt x="5923788" y="40640"/>
                  </a:cubicBezTo>
                  <a:cubicBezTo>
                    <a:pt x="5924423" y="43815"/>
                    <a:pt x="5924804" y="47117"/>
                    <a:pt x="5924804" y="50546"/>
                  </a:cubicBezTo>
                  <a:lnTo>
                    <a:pt x="5924804" y="1244980"/>
                  </a:lnTo>
                  <a:cubicBezTo>
                    <a:pt x="5924804" y="1248282"/>
                    <a:pt x="5924550" y="1251584"/>
                    <a:pt x="5923788" y="1254886"/>
                  </a:cubicBezTo>
                  <a:cubicBezTo>
                    <a:pt x="5923026" y="1258188"/>
                    <a:pt x="5922137" y="1261236"/>
                    <a:pt x="5920867" y="1264411"/>
                  </a:cubicBezTo>
                  <a:cubicBezTo>
                    <a:pt x="5919597" y="1267586"/>
                    <a:pt x="5918073" y="1270380"/>
                    <a:pt x="5916168" y="1273174"/>
                  </a:cubicBezTo>
                  <a:cubicBezTo>
                    <a:pt x="5914263" y="1275968"/>
                    <a:pt x="5912231" y="1278508"/>
                    <a:pt x="5909945" y="1280794"/>
                  </a:cubicBezTo>
                  <a:cubicBezTo>
                    <a:pt x="5907659" y="1283080"/>
                    <a:pt x="5904992" y="1285239"/>
                    <a:pt x="5902325" y="1287017"/>
                  </a:cubicBezTo>
                  <a:cubicBezTo>
                    <a:pt x="5899658" y="1288795"/>
                    <a:pt x="5896610" y="1290446"/>
                    <a:pt x="5893562" y="1291716"/>
                  </a:cubicBezTo>
                  <a:cubicBezTo>
                    <a:pt x="5890514" y="1292986"/>
                    <a:pt x="5887339" y="1294002"/>
                    <a:pt x="5884037" y="1294637"/>
                  </a:cubicBezTo>
                  <a:cubicBezTo>
                    <a:pt x="5880735" y="1295272"/>
                    <a:pt x="5877560" y="1295653"/>
                    <a:pt x="5874131" y="1295653"/>
                  </a:cubicBezTo>
                  <a:lnTo>
                    <a:pt x="50673" y="1295653"/>
                  </a:lnTo>
                  <a:cubicBezTo>
                    <a:pt x="47371" y="1295653"/>
                    <a:pt x="44069" y="1295272"/>
                    <a:pt x="40767" y="1294637"/>
                  </a:cubicBezTo>
                  <a:cubicBezTo>
                    <a:pt x="37465" y="1294002"/>
                    <a:pt x="34417" y="1292986"/>
                    <a:pt x="31242" y="1291716"/>
                  </a:cubicBezTo>
                  <a:cubicBezTo>
                    <a:pt x="28067" y="1290446"/>
                    <a:pt x="25273" y="1288922"/>
                    <a:pt x="22479" y="1287017"/>
                  </a:cubicBezTo>
                  <a:cubicBezTo>
                    <a:pt x="19685" y="1285112"/>
                    <a:pt x="17145" y="1283080"/>
                    <a:pt x="14859" y="1280794"/>
                  </a:cubicBezTo>
                  <a:cubicBezTo>
                    <a:pt x="12573" y="1278508"/>
                    <a:pt x="10414" y="1275841"/>
                    <a:pt x="8636" y="1273174"/>
                  </a:cubicBezTo>
                  <a:cubicBezTo>
                    <a:pt x="6858" y="1270507"/>
                    <a:pt x="5207" y="1267459"/>
                    <a:pt x="3937" y="1264411"/>
                  </a:cubicBezTo>
                  <a:cubicBezTo>
                    <a:pt x="2667" y="1261363"/>
                    <a:pt x="1651" y="1258188"/>
                    <a:pt x="1016" y="1254886"/>
                  </a:cubicBezTo>
                  <a:cubicBezTo>
                    <a:pt x="381" y="1251584"/>
                    <a:pt x="0" y="1248409"/>
                    <a:pt x="0" y="1244980"/>
                  </a:cubicBezTo>
                </a:path>
              </a:pathLst>
            </a:custGeom>
            <a:solidFill>
              <a:srgbClr val="FFFFFF">
                <a:alpha val="89804"/>
              </a:srgbClr>
            </a:solidFill>
          </p:spPr>
        </p:sp>
        <p:sp>
          <p:nvSpPr>
            <p:cNvPr name="Freeform 15" id="15"/>
            <p:cNvSpPr/>
            <p:nvPr/>
          </p:nvSpPr>
          <p:spPr>
            <a:xfrm flipH="false" flipV="false" rot="0">
              <a:off x="63373" y="63373"/>
              <a:ext cx="5943600" cy="1314322"/>
            </a:xfrm>
            <a:custGeom>
              <a:avLst/>
              <a:gdLst/>
              <a:ahLst/>
              <a:cxnLst/>
              <a:rect r="r" b="b" t="t" l="l"/>
              <a:pathLst>
                <a:path h="1314322" w="5943600">
                  <a:moveTo>
                    <a:pt x="127" y="1254632"/>
                  </a:moveTo>
                  <a:lnTo>
                    <a:pt x="127" y="60071"/>
                  </a:lnTo>
                  <a:lnTo>
                    <a:pt x="9652" y="60071"/>
                  </a:lnTo>
                  <a:lnTo>
                    <a:pt x="127" y="60071"/>
                  </a:lnTo>
                  <a:cubicBezTo>
                    <a:pt x="127" y="56134"/>
                    <a:pt x="508" y="52197"/>
                    <a:pt x="1270" y="48387"/>
                  </a:cubicBezTo>
                  <a:lnTo>
                    <a:pt x="10668" y="50292"/>
                  </a:lnTo>
                  <a:lnTo>
                    <a:pt x="1270" y="48387"/>
                  </a:lnTo>
                  <a:cubicBezTo>
                    <a:pt x="2032" y="44577"/>
                    <a:pt x="3175" y="40767"/>
                    <a:pt x="4699" y="37084"/>
                  </a:cubicBezTo>
                  <a:lnTo>
                    <a:pt x="13462" y="40767"/>
                  </a:lnTo>
                  <a:lnTo>
                    <a:pt x="4699" y="37084"/>
                  </a:lnTo>
                  <a:cubicBezTo>
                    <a:pt x="6223" y="33401"/>
                    <a:pt x="8001" y="29972"/>
                    <a:pt x="10287" y="26670"/>
                  </a:cubicBezTo>
                  <a:cubicBezTo>
                    <a:pt x="12446" y="23368"/>
                    <a:pt x="14986" y="20447"/>
                    <a:pt x="17780" y="17653"/>
                  </a:cubicBezTo>
                  <a:cubicBezTo>
                    <a:pt x="20574" y="14859"/>
                    <a:pt x="23622" y="12446"/>
                    <a:pt x="26797" y="10160"/>
                  </a:cubicBezTo>
                  <a:cubicBezTo>
                    <a:pt x="30099" y="8001"/>
                    <a:pt x="33528" y="6096"/>
                    <a:pt x="37211" y="4572"/>
                  </a:cubicBezTo>
                  <a:cubicBezTo>
                    <a:pt x="40767" y="3048"/>
                    <a:pt x="44577" y="1905"/>
                    <a:pt x="48387" y="1143"/>
                  </a:cubicBezTo>
                  <a:lnTo>
                    <a:pt x="50292" y="10541"/>
                  </a:lnTo>
                  <a:lnTo>
                    <a:pt x="48387" y="1143"/>
                  </a:lnTo>
                  <a:cubicBezTo>
                    <a:pt x="52324" y="381"/>
                    <a:pt x="56134" y="0"/>
                    <a:pt x="60071" y="0"/>
                  </a:cubicBezTo>
                  <a:lnTo>
                    <a:pt x="60071" y="9525"/>
                  </a:lnTo>
                  <a:lnTo>
                    <a:pt x="60071" y="127"/>
                  </a:lnTo>
                  <a:lnTo>
                    <a:pt x="5883656" y="127"/>
                  </a:lnTo>
                  <a:lnTo>
                    <a:pt x="5883656" y="9652"/>
                  </a:lnTo>
                  <a:lnTo>
                    <a:pt x="5883656" y="127"/>
                  </a:lnTo>
                  <a:cubicBezTo>
                    <a:pt x="5887593" y="127"/>
                    <a:pt x="5891530" y="508"/>
                    <a:pt x="5895340" y="1270"/>
                  </a:cubicBezTo>
                  <a:lnTo>
                    <a:pt x="5893435" y="10668"/>
                  </a:lnTo>
                  <a:lnTo>
                    <a:pt x="5895340" y="1270"/>
                  </a:lnTo>
                  <a:cubicBezTo>
                    <a:pt x="5899150" y="2032"/>
                    <a:pt x="5902960" y="3175"/>
                    <a:pt x="5906516" y="4699"/>
                  </a:cubicBezTo>
                  <a:cubicBezTo>
                    <a:pt x="5910199" y="6223"/>
                    <a:pt x="5913628" y="8128"/>
                    <a:pt x="5916930" y="10287"/>
                  </a:cubicBezTo>
                  <a:lnTo>
                    <a:pt x="5911596" y="18161"/>
                  </a:lnTo>
                  <a:lnTo>
                    <a:pt x="5916930" y="10287"/>
                  </a:lnTo>
                  <a:cubicBezTo>
                    <a:pt x="5920232" y="12446"/>
                    <a:pt x="5923280" y="14986"/>
                    <a:pt x="5926074" y="17780"/>
                  </a:cubicBezTo>
                  <a:cubicBezTo>
                    <a:pt x="5928868" y="20574"/>
                    <a:pt x="5931281" y="23622"/>
                    <a:pt x="5933440" y="26797"/>
                  </a:cubicBezTo>
                  <a:cubicBezTo>
                    <a:pt x="5935599" y="30099"/>
                    <a:pt x="5937504" y="33528"/>
                    <a:pt x="5939028" y="37211"/>
                  </a:cubicBezTo>
                  <a:lnTo>
                    <a:pt x="5930265" y="40767"/>
                  </a:lnTo>
                  <a:lnTo>
                    <a:pt x="5939028" y="37084"/>
                  </a:lnTo>
                  <a:cubicBezTo>
                    <a:pt x="5940552" y="40767"/>
                    <a:pt x="5941695" y="44450"/>
                    <a:pt x="5942457" y="48387"/>
                  </a:cubicBezTo>
                  <a:lnTo>
                    <a:pt x="5933059" y="50165"/>
                  </a:lnTo>
                  <a:lnTo>
                    <a:pt x="5942457" y="48260"/>
                  </a:lnTo>
                  <a:cubicBezTo>
                    <a:pt x="5943219" y="52197"/>
                    <a:pt x="5943600" y="56134"/>
                    <a:pt x="5943600" y="59944"/>
                  </a:cubicBezTo>
                  <a:lnTo>
                    <a:pt x="5934075" y="59944"/>
                  </a:lnTo>
                  <a:lnTo>
                    <a:pt x="5943600" y="59944"/>
                  </a:lnTo>
                  <a:lnTo>
                    <a:pt x="5943600" y="1254378"/>
                  </a:lnTo>
                  <a:lnTo>
                    <a:pt x="5934075" y="1254378"/>
                  </a:lnTo>
                  <a:lnTo>
                    <a:pt x="5943600" y="1254378"/>
                  </a:lnTo>
                  <a:cubicBezTo>
                    <a:pt x="5943600" y="1258315"/>
                    <a:pt x="5943219" y="1262252"/>
                    <a:pt x="5942457" y="1266062"/>
                  </a:cubicBezTo>
                  <a:lnTo>
                    <a:pt x="5933059" y="1264157"/>
                  </a:lnTo>
                  <a:lnTo>
                    <a:pt x="5942457" y="1265935"/>
                  </a:lnTo>
                  <a:cubicBezTo>
                    <a:pt x="5941695" y="1269872"/>
                    <a:pt x="5940552" y="1273555"/>
                    <a:pt x="5939028" y="1277238"/>
                  </a:cubicBezTo>
                  <a:lnTo>
                    <a:pt x="5930265" y="1273555"/>
                  </a:lnTo>
                  <a:lnTo>
                    <a:pt x="5939028" y="1277111"/>
                  </a:lnTo>
                  <a:cubicBezTo>
                    <a:pt x="5937504" y="1280794"/>
                    <a:pt x="5935599" y="1284223"/>
                    <a:pt x="5933440" y="1287525"/>
                  </a:cubicBezTo>
                  <a:lnTo>
                    <a:pt x="5925566" y="1282191"/>
                  </a:lnTo>
                  <a:lnTo>
                    <a:pt x="5933440" y="1287525"/>
                  </a:lnTo>
                  <a:cubicBezTo>
                    <a:pt x="5931281" y="1290827"/>
                    <a:pt x="5928741" y="1293875"/>
                    <a:pt x="5925947" y="1296669"/>
                  </a:cubicBezTo>
                  <a:cubicBezTo>
                    <a:pt x="5923153" y="1299463"/>
                    <a:pt x="5920105" y="1301876"/>
                    <a:pt x="5916803" y="1304162"/>
                  </a:cubicBezTo>
                  <a:lnTo>
                    <a:pt x="5911469" y="1296288"/>
                  </a:lnTo>
                  <a:lnTo>
                    <a:pt x="5916803" y="1304162"/>
                  </a:lnTo>
                  <a:cubicBezTo>
                    <a:pt x="5913501" y="1306321"/>
                    <a:pt x="5910072" y="1308226"/>
                    <a:pt x="5906389" y="1309750"/>
                  </a:cubicBezTo>
                  <a:lnTo>
                    <a:pt x="5902706" y="1300987"/>
                  </a:lnTo>
                  <a:lnTo>
                    <a:pt x="5906389" y="1309750"/>
                  </a:lnTo>
                  <a:cubicBezTo>
                    <a:pt x="5902706" y="1311274"/>
                    <a:pt x="5899023" y="1312417"/>
                    <a:pt x="5895086" y="1313179"/>
                  </a:cubicBezTo>
                  <a:lnTo>
                    <a:pt x="5893181" y="1303781"/>
                  </a:lnTo>
                  <a:lnTo>
                    <a:pt x="5895086" y="1313179"/>
                  </a:lnTo>
                  <a:cubicBezTo>
                    <a:pt x="5891276" y="1313941"/>
                    <a:pt x="5887339" y="1314322"/>
                    <a:pt x="5883402" y="1314322"/>
                  </a:cubicBezTo>
                  <a:lnTo>
                    <a:pt x="60198" y="1314322"/>
                  </a:lnTo>
                  <a:cubicBezTo>
                    <a:pt x="56261" y="1314322"/>
                    <a:pt x="52324" y="1313941"/>
                    <a:pt x="48514" y="1313179"/>
                  </a:cubicBezTo>
                  <a:lnTo>
                    <a:pt x="50419" y="1303781"/>
                  </a:lnTo>
                  <a:lnTo>
                    <a:pt x="48514" y="1313179"/>
                  </a:lnTo>
                  <a:cubicBezTo>
                    <a:pt x="44704" y="1312417"/>
                    <a:pt x="40894" y="1311274"/>
                    <a:pt x="37211" y="1309750"/>
                  </a:cubicBezTo>
                  <a:cubicBezTo>
                    <a:pt x="33528" y="1308226"/>
                    <a:pt x="30099" y="1306448"/>
                    <a:pt x="26797" y="1304162"/>
                  </a:cubicBezTo>
                  <a:lnTo>
                    <a:pt x="32131" y="1296288"/>
                  </a:lnTo>
                  <a:lnTo>
                    <a:pt x="26797" y="1304162"/>
                  </a:lnTo>
                  <a:cubicBezTo>
                    <a:pt x="23495" y="1302003"/>
                    <a:pt x="20447" y="1299463"/>
                    <a:pt x="17653" y="1296669"/>
                  </a:cubicBezTo>
                  <a:cubicBezTo>
                    <a:pt x="14859" y="1293875"/>
                    <a:pt x="12319" y="1290827"/>
                    <a:pt x="10160" y="1287525"/>
                  </a:cubicBezTo>
                  <a:lnTo>
                    <a:pt x="18034" y="1282191"/>
                  </a:lnTo>
                  <a:lnTo>
                    <a:pt x="10160" y="1287525"/>
                  </a:lnTo>
                  <a:cubicBezTo>
                    <a:pt x="8001" y="1284223"/>
                    <a:pt x="6096" y="1280794"/>
                    <a:pt x="4572" y="1277111"/>
                  </a:cubicBezTo>
                  <a:lnTo>
                    <a:pt x="13335" y="1273428"/>
                  </a:lnTo>
                  <a:lnTo>
                    <a:pt x="4572" y="1277111"/>
                  </a:lnTo>
                  <a:cubicBezTo>
                    <a:pt x="3048" y="1273428"/>
                    <a:pt x="1905" y="1269745"/>
                    <a:pt x="1143" y="1265808"/>
                  </a:cubicBezTo>
                  <a:lnTo>
                    <a:pt x="10541" y="1263903"/>
                  </a:lnTo>
                  <a:lnTo>
                    <a:pt x="1143" y="1265808"/>
                  </a:lnTo>
                  <a:cubicBezTo>
                    <a:pt x="381" y="1261998"/>
                    <a:pt x="0" y="1258061"/>
                    <a:pt x="0" y="1254124"/>
                  </a:cubicBezTo>
                  <a:lnTo>
                    <a:pt x="9525" y="1254124"/>
                  </a:lnTo>
                  <a:lnTo>
                    <a:pt x="127" y="1254124"/>
                  </a:lnTo>
                  <a:moveTo>
                    <a:pt x="19177" y="1254124"/>
                  </a:moveTo>
                  <a:cubicBezTo>
                    <a:pt x="19177" y="1256791"/>
                    <a:pt x="19431" y="1259458"/>
                    <a:pt x="19939" y="1262125"/>
                  </a:cubicBezTo>
                  <a:cubicBezTo>
                    <a:pt x="20447" y="1264792"/>
                    <a:pt x="21209" y="1267332"/>
                    <a:pt x="22225" y="1269745"/>
                  </a:cubicBezTo>
                  <a:cubicBezTo>
                    <a:pt x="23241" y="1272158"/>
                    <a:pt x="24511" y="1274571"/>
                    <a:pt x="26035" y="1276857"/>
                  </a:cubicBezTo>
                  <a:cubicBezTo>
                    <a:pt x="27559" y="1279143"/>
                    <a:pt x="29210" y="1281175"/>
                    <a:pt x="31115" y="1283080"/>
                  </a:cubicBezTo>
                  <a:lnTo>
                    <a:pt x="24384" y="1289811"/>
                  </a:lnTo>
                  <a:lnTo>
                    <a:pt x="31115" y="1283080"/>
                  </a:lnTo>
                  <a:cubicBezTo>
                    <a:pt x="33020" y="1284985"/>
                    <a:pt x="35052" y="1286636"/>
                    <a:pt x="37338" y="1288160"/>
                  </a:cubicBezTo>
                  <a:cubicBezTo>
                    <a:pt x="39624" y="1289684"/>
                    <a:pt x="41910" y="1290954"/>
                    <a:pt x="44450" y="1291970"/>
                  </a:cubicBezTo>
                  <a:lnTo>
                    <a:pt x="40767" y="1300733"/>
                  </a:lnTo>
                  <a:lnTo>
                    <a:pt x="44450" y="1291970"/>
                  </a:lnTo>
                  <a:cubicBezTo>
                    <a:pt x="46990" y="1292986"/>
                    <a:pt x="49530" y="1293748"/>
                    <a:pt x="52070" y="1294256"/>
                  </a:cubicBezTo>
                  <a:cubicBezTo>
                    <a:pt x="54737" y="1294764"/>
                    <a:pt x="57404" y="1295018"/>
                    <a:pt x="60071" y="1295018"/>
                  </a:cubicBezTo>
                  <a:lnTo>
                    <a:pt x="60071" y="1304543"/>
                  </a:lnTo>
                  <a:lnTo>
                    <a:pt x="60071" y="1295526"/>
                  </a:lnTo>
                  <a:lnTo>
                    <a:pt x="5883656" y="1295526"/>
                  </a:lnTo>
                  <a:lnTo>
                    <a:pt x="5883656" y="1305051"/>
                  </a:lnTo>
                  <a:lnTo>
                    <a:pt x="5883656" y="1295526"/>
                  </a:lnTo>
                  <a:cubicBezTo>
                    <a:pt x="5886323" y="1295526"/>
                    <a:pt x="5888990" y="1295272"/>
                    <a:pt x="5891657" y="1294764"/>
                  </a:cubicBezTo>
                  <a:cubicBezTo>
                    <a:pt x="5894324" y="1294256"/>
                    <a:pt x="5896864" y="1293494"/>
                    <a:pt x="5899277" y="1292478"/>
                  </a:cubicBezTo>
                  <a:cubicBezTo>
                    <a:pt x="5901690" y="1291462"/>
                    <a:pt x="5904103" y="1290192"/>
                    <a:pt x="5906389" y="1288668"/>
                  </a:cubicBezTo>
                  <a:cubicBezTo>
                    <a:pt x="5908675" y="1287144"/>
                    <a:pt x="5910707" y="1285493"/>
                    <a:pt x="5912612" y="1283588"/>
                  </a:cubicBezTo>
                  <a:lnTo>
                    <a:pt x="5919343" y="1290319"/>
                  </a:lnTo>
                  <a:lnTo>
                    <a:pt x="5912612" y="1283588"/>
                  </a:lnTo>
                  <a:cubicBezTo>
                    <a:pt x="5914517" y="1281683"/>
                    <a:pt x="5916168" y="1279651"/>
                    <a:pt x="5917692" y="1277365"/>
                  </a:cubicBezTo>
                  <a:cubicBezTo>
                    <a:pt x="5919216" y="1275079"/>
                    <a:pt x="5920486" y="1272793"/>
                    <a:pt x="5921502" y="1270253"/>
                  </a:cubicBezTo>
                  <a:cubicBezTo>
                    <a:pt x="5922518" y="1267713"/>
                    <a:pt x="5923280" y="1265173"/>
                    <a:pt x="5923788" y="1262633"/>
                  </a:cubicBezTo>
                  <a:cubicBezTo>
                    <a:pt x="5924296" y="1259966"/>
                    <a:pt x="5924550" y="1257426"/>
                    <a:pt x="5924550" y="1254632"/>
                  </a:cubicBezTo>
                  <a:lnTo>
                    <a:pt x="5924550" y="60071"/>
                  </a:lnTo>
                  <a:cubicBezTo>
                    <a:pt x="5924550" y="57404"/>
                    <a:pt x="5924296" y="54737"/>
                    <a:pt x="5923788" y="52070"/>
                  </a:cubicBezTo>
                  <a:cubicBezTo>
                    <a:pt x="5923280" y="49530"/>
                    <a:pt x="5922518" y="46990"/>
                    <a:pt x="5921502" y="44450"/>
                  </a:cubicBezTo>
                  <a:cubicBezTo>
                    <a:pt x="5920486" y="42037"/>
                    <a:pt x="5919216" y="39624"/>
                    <a:pt x="5917692" y="37338"/>
                  </a:cubicBezTo>
                  <a:lnTo>
                    <a:pt x="5925566" y="32004"/>
                  </a:lnTo>
                  <a:lnTo>
                    <a:pt x="5917692" y="37338"/>
                  </a:lnTo>
                  <a:cubicBezTo>
                    <a:pt x="5916168" y="35052"/>
                    <a:pt x="5914517" y="33020"/>
                    <a:pt x="5912612" y="31115"/>
                  </a:cubicBezTo>
                  <a:lnTo>
                    <a:pt x="5919343" y="24384"/>
                  </a:lnTo>
                  <a:lnTo>
                    <a:pt x="5912612" y="31115"/>
                  </a:lnTo>
                  <a:cubicBezTo>
                    <a:pt x="5910707" y="29210"/>
                    <a:pt x="5908675" y="27559"/>
                    <a:pt x="5906389" y="26035"/>
                  </a:cubicBezTo>
                  <a:cubicBezTo>
                    <a:pt x="5904103" y="24511"/>
                    <a:pt x="5901817" y="23241"/>
                    <a:pt x="5899277" y="22225"/>
                  </a:cubicBezTo>
                  <a:lnTo>
                    <a:pt x="5902960" y="13462"/>
                  </a:lnTo>
                  <a:lnTo>
                    <a:pt x="5899404" y="22225"/>
                  </a:lnTo>
                  <a:cubicBezTo>
                    <a:pt x="5896864" y="21209"/>
                    <a:pt x="5894324" y="20447"/>
                    <a:pt x="5891657" y="19939"/>
                  </a:cubicBezTo>
                  <a:cubicBezTo>
                    <a:pt x="5888990" y="19431"/>
                    <a:pt x="5886450" y="19177"/>
                    <a:pt x="5883656" y="19177"/>
                  </a:cubicBezTo>
                  <a:lnTo>
                    <a:pt x="60198" y="19177"/>
                  </a:lnTo>
                  <a:cubicBezTo>
                    <a:pt x="57531" y="19177"/>
                    <a:pt x="54864" y="19431"/>
                    <a:pt x="52197" y="19939"/>
                  </a:cubicBezTo>
                  <a:cubicBezTo>
                    <a:pt x="49530" y="20447"/>
                    <a:pt x="46990" y="21209"/>
                    <a:pt x="44450" y="22225"/>
                  </a:cubicBezTo>
                  <a:lnTo>
                    <a:pt x="40767" y="13462"/>
                  </a:lnTo>
                  <a:lnTo>
                    <a:pt x="44450" y="22225"/>
                  </a:lnTo>
                  <a:cubicBezTo>
                    <a:pt x="41910" y="23241"/>
                    <a:pt x="39624" y="24511"/>
                    <a:pt x="37338" y="26035"/>
                  </a:cubicBezTo>
                  <a:lnTo>
                    <a:pt x="32004" y="18161"/>
                  </a:lnTo>
                  <a:lnTo>
                    <a:pt x="37338" y="26035"/>
                  </a:lnTo>
                  <a:cubicBezTo>
                    <a:pt x="35052" y="27559"/>
                    <a:pt x="33020" y="29210"/>
                    <a:pt x="31115" y="31115"/>
                  </a:cubicBezTo>
                  <a:lnTo>
                    <a:pt x="24384" y="24384"/>
                  </a:lnTo>
                  <a:lnTo>
                    <a:pt x="31115" y="31115"/>
                  </a:lnTo>
                  <a:cubicBezTo>
                    <a:pt x="29210" y="33020"/>
                    <a:pt x="27559" y="35052"/>
                    <a:pt x="26035" y="37338"/>
                  </a:cubicBezTo>
                  <a:lnTo>
                    <a:pt x="18161" y="32004"/>
                  </a:lnTo>
                  <a:lnTo>
                    <a:pt x="26035" y="37338"/>
                  </a:lnTo>
                  <a:cubicBezTo>
                    <a:pt x="24511" y="39624"/>
                    <a:pt x="23241" y="41910"/>
                    <a:pt x="22225" y="44450"/>
                  </a:cubicBezTo>
                  <a:cubicBezTo>
                    <a:pt x="21209" y="46990"/>
                    <a:pt x="20447" y="49530"/>
                    <a:pt x="19939" y="52070"/>
                  </a:cubicBezTo>
                  <a:cubicBezTo>
                    <a:pt x="19431" y="54737"/>
                    <a:pt x="19177" y="57404"/>
                    <a:pt x="19177" y="60071"/>
                  </a:cubicBezTo>
                  <a:lnTo>
                    <a:pt x="19177" y="1254505"/>
                  </a:lnTo>
                  <a:close/>
                </a:path>
              </a:pathLst>
            </a:custGeom>
            <a:solidFill>
              <a:srgbClr val="B2D4E5"/>
            </a:solidFill>
          </p:spPr>
        </p:sp>
      </p:grpSp>
      <p:grpSp>
        <p:nvGrpSpPr>
          <p:cNvPr name="Group 16" id="16"/>
          <p:cNvGrpSpPr/>
          <p:nvPr/>
        </p:nvGrpSpPr>
        <p:grpSpPr>
          <a:xfrm rot="0">
            <a:off x="3594097" y="1622422"/>
            <a:ext cx="3013072" cy="2536822"/>
            <a:chOff x="0" y="0"/>
            <a:chExt cx="3013075" cy="2536825"/>
          </a:xfrm>
        </p:grpSpPr>
        <p:sp>
          <p:nvSpPr>
            <p:cNvPr name="Freeform 17" id="17"/>
            <p:cNvSpPr/>
            <p:nvPr/>
          </p:nvSpPr>
          <p:spPr>
            <a:xfrm flipH="false" flipV="false" rot="0">
              <a:off x="73025" y="73025"/>
              <a:ext cx="2867279" cy="2391029"/>
            </a:xfrm>
            <a:custGeom>
              <a:avLst/>
              <a:gdLst/>
              <a:ahLst/>
              <a:cxnLst/>
              <a:rect r="r" b="b" t="t" l="l"/>
              <a:pathLst>
                <a:path h="2391029" w="2867279">
                  <a:moveTo>
                    <a:pt x="0" y="2340229"/>
                  </a:moveTo>
                  <a:lnTo>
                    <a:pt x="0" y="50546"/>
                  </a:lnTo>
                  <a:cubicBezTo>
                    <a:pt x="0" y="47244"/>
                    <a:pt x="254" y="43942"/>
                    <a:pt x="1016" y="40640"/>
                  </a:cubicBezTo>
                  <a:cubicBezTo>
                    <a:pt x="1778" y="37338"/>
                    <a:pt x="2667" y="34290"/>
                    <a:pt x="3937" y="31242"/>
                  </a:cubicBezTo>
                  <a:cubicBezTo>
                    <a:pt x="5207" y="28194"/>
                    <a:pt x="6731" y="25273"/>
                    <a:pt x="8636" y="22479"/>
                  </a:cubicBezTo>
                  <a:cubicBezTo>
                    <a:pt x="10541" y="19685"/>
                    <a:pt x="12573" y="17145"/>
                    <a:pt x="14859" y="14859"/>
                  </a:cubicBezTo>
                  <a:cubicBezTo>
                    <a:pt x="17145" y="12573"/>
                    <a:pt x="19812" y="10414"/>
                    <a:pt x="22479" y="8636"/>
                  </a:cubicBezTo>
                  <a:cubicBezTo>
                    <a:pt x="25146" y="6858"/>
                    <a:pt x="28194" y="5207"/>
                    <a:pt x="31242" y="3937"/>
                  </a:cubicBezTo>
                  <a:cubicBezTo>
                    <a:pt x="34290" y="2667"/>
                    <a:pt x="37465" y="1651"/>
                    <a:pt x="40767" y="1016"/>
                  </a:cubicBezTo>
                  <a:cubicBezTo>
                    <a:pt x="44069" y="381"/>
                    <a:pt x="47244" y="0"/>
                    <a:pt x="50546" y="0"/>
                  </a:cubicBezTo>
                  <a:lnTo>
                    <a:pt x="2816606" y="0"/>
                  </a:lnTo>
                  <a:cubicBezTo>
                    <a:pt x="2819908" y="0"/>
                    <a:pt x="2823210" y="254"/>
                    <a:pt x="2826512" y="1016"/>
                  </a:cubicBezTo>
                  <a:cubicBezTo>
                    <a:pt x="2829814" y="1778"/>
                    <a:pt x="2832862" y="2667"/>
                    <a:pt x="2836037" y="3937"/>
                  </a:cubicBezTo>
                  <a:cubicBezTo>
                    <a:pt x="2839212" y="5207"/>
                    <a:pt x="2842006" y="6731"/>
                    <a:pt x="2844800" y="8636"/>
                  </a:cubicBezTo>
                  <a:cubicBezTo>
                    <a:pt x="2847594" y="10541"/>
                    <a:pt x="2850134" y="12573"/>
                    <a:pt x="2852420" y="14859"/>
                  </a:cubicBezTo>
                  <a:cubicBezTo>
                    <a:pt x="2854706" y="17145"/>
                    <a:pt x="2856865" y="19812"/>
                    <a:pt x="2858643" y="22479"/>
                  </a:cubicBezTo>
                  <a:cubicBezTo>
                    <a:pt x="2860421" y="25146"/>
                    <a:pt x="2862072" y="28194"/>
                    <a:pt x="2863342" y="31242"/>
                  </a:cubicBezTo>
                  <a:cubicBezTo>
                    <a:pt x="2864612" y="34290"/>
                    <a:pt x="2865628" y="37465"/>
                    <a:pt x="2866263" y="40640"/>
                  </a:cubicBezTo>
                  <a:cubicBezTo>
                    <a:pt x="2866898" y="43815"/>
                    <a:pt x="2867279" y="47117"/>
                    <a:pt x="2867279" y="50546"/>
                  </a:cubicBezTo>
                  <a:lnTo>
                    <a:pt x="2867279" y="2340356"/>
                  </a:lnTo>
                  <a:cubicBezTo>
                    <a:pt x="2867279" y="2343658"/>
                    <a:pt x="2867025" y="2346960"/>
                    <a:pt x="2866263" y="2350262"/>
                  </a:cubicBezTo>
                  <a:cubicBezTo>
                    <a:pt x="2865501" y="2353564"/>
                    <a:pt x="2864612" y="2356612"/>
                    <a:pt x="2863342" y="2359787"/>
                  </a:cubicBezTo>
                  <a:cubicBezTo>
                    <a:pt x="2862072" y="2362962"/>
                    <a:pt x="2860548" y="2365756"/>
                    <a:pt x="2858643" y="2368550"/>
                  </a:cubicBezTo>
                  <a:cubicBezTo>
                    <a:pt x="2856738" y="2371344"/>
                    <a:pt x="2854706" y="2373884"/>
                    <a:pt x="2852420" y="2376170"/>
                  </a:cubicBezTo>
                  <a:cubicBezTo>
                    <a:pt x="2850134" y="2378456"/>
                    <a:pt x="2847467" y="2380615"/>
                    <a:pt x="2844800" y="2382393"/>
                  </a:cubicBezTo>
                  <a:cubicBezTo>
                    <a:pt x="2842133" y="2384171"/>
                    <a:pt x="2839085" y="2385822"/>
                    <a:pt x="2836037" y="2387092"/>
                  </a:cubicBezTo>
                  <a:cubicBezTo>
                    <a:pt x="2832989" y="2388362"/>
                    <a:pt x="2829814" y="2389378"/>
                    <a:pt x="2826512" y="2390013"/>
                  </a:cubicBezTo>
                  <a:cubicBezTo>
                    <a:pt x="2823210" y="2390648"/>
                    <a:pt x="2820035" y="2391029"/>
                    <a:pt x="2816606" y="2391029"/>
                  </a:cubicBezTo>
                  <a:lnTo>
                    <a:pt x="50546" y="2391029"/>
                  </a:lnTo>
                  <a:cubicBezTo>
                    <a:pt x="47244" y="2391029"/>
                    <a:pt x="43942" y="2390648"/>
                    <a:pt x="40767" y="2390013"/>
                  </a:cubicBezTo>
                  <a:cubicBezTo>
                    <a:pt x="37592" y="2389378"/>
                    <a:pt x="34290" y="2388362"/>
                    <a:pt x="31242" y="2387092"/>
                  </a:cubicBezTo>
                  <a:cubicBezTo>
                    <a:pt x="28194" y="2385822"/>
                    <a:pt x="25273" y="2384298"/>
                    <a:pt x="22479" y="2382393"/>
                  </a:cubicBezTo>
                  <a:cubicBezTo>
                    <a:pt x="19685" y="2380488"/>
                    <a:pt x="17145" y="2378456"/>
                    <a:pt x="14859" y="2376170"/>
                  </a:cubicBezTo>
                  <a:cubicBezTo>
                    <a:pt x="12573" y="2373884"/>
                    <a:pt x="10414" y="2371217"/>
                    <a:pt x="8636" y="2368550"/>
                  </a:cubicBezTo>
                  <a:cubicBezTo>
                    <a:pt x="6858" y="2365883"/>
                    <a:pt x="5207" y="2362835"/>
                    <a:pt x="3937" y="2359787"/>
                  </a:cubicBezTo>
                  <a:cubicBezTo>
                    <a:pt x="2667" y="2356739"/>
                    <a:pt x="1778" y="2353564"/>
                    <a:pt x="1016" y="2350262"/>
                  </a:cubicBezTo>
                  <a:cubicBezTo>
                    <a:pt x="254" y="2346960"/>
                    <a:pt x="0" y="2343785"/>
                    <a:pt x="0" y="2340356"/>
                  </a:cubicBezTo>
                </a:path>
              </a:pathLst>
            </a:custGeom>
            <a:solidFill>
              <a:srgbClr val="FFFFFF">
                <a:alpha val="89804"/>
              </a:srgbClr>
            </a:solidFill>
          </p:spPr>
        </p:sp>
        <p:sp>
          <p:nvSpPr>
            <p:cNvPr name="Freeform 18" id="18"/>
            <p:cNvSpPr/>
            <p:nvPr/>
          </p:nvSpPr>
          <p:spPr>
            <a:xfrm flipH="false" flipV="false" rot="0">
              <a:off x="63500" y="63500"/>
              <a:ext cx="2885948" cy="2409825"/>
            </a:xfrm>
            <a:custGeom>
              <a:avLst/>
              <a:gdLst/>
              <a:ahLst/>
              <a:cxnLst/>
              <a:rect r="r" b="b" t="t" l="l"/>
              <a:pathLst>
                <a:path h="2409825" w="2885948">
                  <a:moveTo>
                    <a:pt x="0" y="2349754"/>
                  </a:moveTo>
                  <a:lnTo>
                    <a:pt x="0" y="60071"/>
                  </a:lnTo>
                  <a:lnTo>
                    <a:pt x="9525" y="60071"/>
                  </a:lnTo>
                  <a:lnTo>
                    <a:pt x="0" y="60071"/>
                  </a:lnTo>
                  <a:cubicBezTo>
                    <a:pt x="0" y="56134"/>
                    <a:pt x="381" y="52197"/>
                    <a:pt x="1143" y="48387"/>
                  </a:cubicBezTo>
                  <a:cubicBezTo>
                    <a:pt x="1905" y="44450"/>
                    <a:pt x="3048" y="40767"/>
                    <a:pt x="4572" y="37211"/>
                  </a:cubicBezTo>
                  <a:cubicBezTo>
                    <a:pt x="6096" y="33528"/>
                    <a:pt x="8001" y="30099"/>
                    <a:pt x="10160" y="26797"/>
                  </a:cubicBezTo>
                  <a:cubicBezTo>
                    <a:pt x="12319" y="23495"/>
                    <a:pt x="14859" y="20574"/>
                    <a:pt x="17526" y="17780"/>
                  </a:cubicBezTo>
                  <a:cubicBezTo>
                    <a:pt x="20320" y="14986"/>
                    <a:pt x="23368" y="12573"/>
                    <a:pt x="26543" y="10414"/>
                  </a:cubicBezTo>
                  <a:cubicBezTo>
                    <a:pt x="29845" y="8255"/>
                    <a:pt x="33274" y="6350"/>
                    <a:pt x="36957" y="4826"/>
                  </a:cubicBezTo>
                  <a:cubicBezTo>
                    <a:pt x="40513" y="3302"/>
                    <a:pt x="44323" y="2159"/>
                    <a:pt x="48260" y="1397"/>
                  </a:cubicBezTo>
                  <a:lnTo>
                    <a:pt x="50165" y="10795"/>
                  </a:lnTo>
                  <a:lnTo>
                    <a:pt x="48260" y="1397"/>
                  </a:lnTo>
                  <a:cubicBezTo>
                    <a:pt x="52070" y="635"/>
                    <a:pt x="56007" y="254"/>
                    <a:pt x="59944" y="254"/>
                  </a:cubicBezTo>
                  <a:lnTo>
                    <a:pt x="59944" y="9779"/>
                  </a:lnTo>
                  <a:lnTo>
                    <a:pt x="59944" y="0"/>
                  </a:lnTo>
                  <a:lnTo>
                    <a:pt x="2826004" y="0"/>
                  </a:lnTo>
                  <a:lnTo>
                    <a:pt x="2826004" y="9525"/>
                  </a:lnTo>
                  <a:lnTo>
                    <a:pt x="2826004" y="0"/>
                  </a:lnTo>
                  <a:cubicBezTo>
                    <a:pt x="2829941" y="0"/>
                    <a:pt x="2833878" y="381"/>
                    <a:pt x="2837688" y="1143"/>
                  </a:cubicBezTo>
                  <a:lnTo>
                    <a:pt x="2835783" y="10541"/>
                  </a:lnTo>
                  <a:lnTo>
                    <a:pt x="2837688" y="1143"/>
                  </a:lnTo>
                  <a:cubicBezTo>
                    <a:pt x="2841498" y="1905"/>
                    <a:pt x="2845308" y="3048"/>
                    <a:pt x="2848864" y="4572"/>
                  </a:cubicBezTo>
                  <a:cubicBezTo>
                    <a:pt x="2852547" y="6096"/>
                    <a:pt x="2855976" y="8001"/>
                    <a:pt x="2859278" y="10160"/>
                  </a:cubicBezTo>
                  <a:lnTo>
                    <a:pt x="2853944" y="18034"/>
                  </a:lnTo>
                  <a:lnTo>
                    <a:pt x="2859278" y="10160"/>
                  </a:lnTo>
                  <a:cubicBezTo>
                    <a:pt x="2862580" y="12319"/>
                    <a:pt x="2865628" y="14859"/>
                    <a:pt x="2868422" y="17653"/>
                  </a:cubicBezTo>
                  <a:cubicBezTo>
                    <a:pt x="2871216" y="20447"/>
                    <a:pt x="2873629" y="23495"/>
                    <a:pt x="2875788" y="26670"/>
                  </a:cubicBezTo>
                  <a:cubicBezTo>
                    <a:pt x="2877947" y="29972"/>
                    <a:pt x="2879852" y="33401"/>
                    <a:pt x="2881376" y="37084"/>
                  </a:cubicBezTo>
                  <a:lnTo>
                    <a:pt x="2872613" y="40640"/>
                  </a:lnTo>
                  <a:lnTo>
                    <a:pt x="2881376" y="36957"/>
                  </a:lnTo>
                  <a:cubicBezTo>
                    <a:pt x="2882900" y="40640"/>
                    <a:pt x="2884043" y="44323"/>
                    <a:pt x="2884805" y="48260"/>
                  </a:cubicBezTo>
                  <a:lnTo>
                    <a:pt x="2875407" y="50038"/>
                  </a:lnTo>
                  <a:lnTo>
                    <a:pt x="2884805" y="48133"/>
                  </a:lnTo>
                  <a:cubicBezTo>
                    <a:pt x="2885567" y="52070"/>
                    <a:pt x="2885948" y="56007"/>
                    <a:pt x="2885948" y="59817"/>
                  </a:cubicBezTo>
                  <a:lnTo>
                    <a:pt x="2876423" y="59817"/>
                  </a:lnTo>
                  <a:lnTo>
                    <a:pt x="2885948" y="59817"/>
                  </a:lnTo>
                  <a:lnTo>
                    <a:pt x="2885948" y="2349627"/>
                  </a:lnTo>
                  <a:lnTo>
                    <a:pt x="2876423" y="2349627"/>
                  </a:lnTo>
                  <a:lnTo>
                    <a:pt x="2885948" y="2349627"/>
                  </a:lnTo>
                  <a:cubicBezTo>
                    <a:pt x="2885948" y="2353564"/>
                    <a:pt x="2885567" y="2357501"/>
                    <a:pt x="2884805" y="2361311"/>
                  </a:cubicBezTo>
                  <a:lnTo>
                    <a:pt x="2875534" y="2359406"/>
                  </a:lnTo>
                  <a:lnTo>
                    <a:pt x="2884932" y="2361184"/>
                  </a:lnTo>
                  <a:cubicBezTo>
                    <a:pt x="2884170" y="2365121"/>
                    <a:pt x="2883027" y="2368804"/>
                    <a:pt x="2881503" y="2372487"/>
                  </a:cubicBezTo>
                  <a:lnTo>
                    <a:pt x="2872740" y="2368804"/>
                  </a:lnTo>
                  <a:lnTo>
                    <a:pt x="2881503" y="2372360"/>
                  </a:lnTo>
                  <a:cubicBezTo>
                    <a:pt x="2879979" y="2376043"/>
                    <a:pt x="2878074" y="2379472"/>
                    <a:pt x="2875915" y="2382774"/>
                  </a:cubicBezTo>
                  <a:lnTo>
                    <a:pt x="2868041" y="2377440"/>
                  </a:lnTo>
                  <a:lnTo>
                    <a:pt x="2875915" y="2382774"/>
                  </a:lnTo>
                  <a:cubicBezTo>
                    <a:pt x="2873756" y="2386076"/>
                    <a:pt x="2871216" y="2389124"/>
                    <a:pt x="2868422" y="2391918"/>
                  </a:cubicBezTo>
                  <a:cubicBezTo>
                    <a:pt x="2865628" y="2394712"/>
                    <a:pt x="2862580" y="2397125"/>
                    <a:pt x="2859278" y="2399411"/>
                  </a:cubicBezTo>
                  <a:lnTo>
                    <a:pt x="2853944" y="2391537"/>
                  </a:lnTo>
                  <a:lnTo>
                    <a:pt x="2859278" y="2399411"/>
                  </a:lnTo>
                  <a:cubicBezTo>
                    <a:pt x="2855976" y="2401570"/>
                    <a:pt x="2852547" y="2403475"/>
                    <a:pt x="2848864" y="2404999"/>
                  </a:cubicBezTo>
                  <a:lnTo>
                    <a:pt x="2845181" y="2396236"/>
                  </a:lnTo>
                  <a:lnTo>
                    <a:pt x="2848864" y="2404999"/>
                  </a:lnTo>
                  <a:cubicBezTo>
                    <a:pt x="2845181" y="2406523"/>
                    <a:pt x="2841498" y="2407666"/>
                    <a:pt x="2837561" y="2408428"/>
                  </a:cubicBezTo>
                  <a:cubicBezTo>
                    <a:pt x="2833751" y="2409190"/>
                    <a:pt x="2829814" y="2409571"/>
                    <a:pt x="2825877" y="2409571"/>
                  </a:cubicBezTo>
                  <a:lnTo>
                    <a:pt x="2825877" y="2400300"/>
                  </a:lnTo>
                  <a:lnTo>
                    <a:pt x="2825877" y="2409825"/>
                  </a:lnTo>
                  <a:lnTo>
                    <a:pt x="60071" y="2409825"/>
                  </a:lnTo>
                  <a:lnTo>
                    <a:pt x="60071" y="2400300"/>
                  </a:lnTo>
                  <a:lnTo>
                    <a:pt x="60071" y="2409825"/>
                  </a:lnTo>
                  <a:cubicBezTo>
                    <a:pt x="56134" y="2409825"/>
                    <a:pt x="52197" y="2409444"/>
                    <a:pt x="48387" y="2408682"/>
                  </a:cubicBezTo>
                  <a:cubicBezTo>
                    <a:pt x="44450" y="2407920"/>
                    <a:pt x="40767" y="2406777"/>
                    <a:pt x="37084" y="2405253"/>
                  </a:cubicBezTo>
                  <a:lnTo>
                    <a:pt x="40767" y="2396490"/>
                  </a:lnTo>
                  <a:lnTo>
                    <a:pt x="37084" y="2405253"/>
                  </a:lnTo>
                  <a:cubicBezTo>
                    <a:pt x="33401" y="2403729"/>
                    <a:pt x="29972" y="2401951"/>
                    <a:pt x="26670" y="2399665"/>
                  </a:cubicBezTo>
                  <a:cubicBezTo>
                    <a:pt x="23368" y="2397506"/>
                    <a:pt x="20447" y="2394966"/>
                    <a:pt x="17653" y="2392299"/>
                  </a:cubicBezTo>
                  <a:cubicBezTo>
                    <a:pt x="14859" y="2389505"/>
                    <a:pt x="12446" y="2386457"/>
                    <a:pt x="10160" y="2383155"/>
                  </a:cubicBezTo>
                  <a:lnTo>
                    <a:pt x="18034" y="2377821"/>
                  </a:lnTo>
                  <a:lnTo>
                    <a:pt x="10160" y="2383155"/>
                  </a:lnTo>
                  <a:cubicBezTo>
                    <a:pt x="8001" y="2379853"/>
                    <a:pt x="6096" y="2376424"/>
                    <a:pt x="4572" y="2372741"/>
                  </a:cubicBezTo>
                  <a:cubicBezTo>
                    <a:pt x="3048" y="2369185"/>
                    <a:pt x="1905" y="2365375"/>
                    <a:pt x="1143" y="2361565"/>
                  </a:cubicBezTo>
                  <a:lnTo>
                    <a:pt x="10541" y="2359660"/>
                  </a:lnTo>
                  <a:lnTo>
                    <a:pt x="1143" y="2361565"/>
                  </a:lnTo>
                  <a:cubicBezTo>
                    <a:pt x="381" y="2357755"/>
                    <a:pt x="0" y="2353818"/>
                    <a:pt x="0" y="2349881"/>
                  </a:cubicBezTo>
                  <a:lnTo>
                    <a:pt x="9525" y="2349881"/>
                  </a:lnTo>
                  <a:lnTo>
                    <a:pt x="0" y="2349881"/>
                  </a:lnTo>
                  <a:moveTo>
                    <a:pt x="19050" y="2349881"/>
                  </a:moveTo>
                  <a:cubicBezTo>
                    <a:pt x="19050" y="2352548"/>
                    <a:pt x="19304" y="2355215"/>
                    <a:pt x="19812" y="2357882"/>
                  </a:cubicBezTo>
                  <a:cubicBezTo>
                    <a:pt x="20320" y="2360549"/>
                    <a:pt x="21082" y="2363089"/>
                    <a:pt x="22098" y="2365629"/>
                  </a:cubicBezTo>
                  <a:lnTo>
                    <a:pt x="13335" y="2369185"/>
                  </a:lnTo>
                  <a:lnTo>
                    <a:pt x="22098" y="2365502"/>
                  </a:lnTo>
                  <a:cubicBezTo>
                    <a:pt x="23114" y="2367915"/>
                    <a:pt x="24384" y="2370328"/>
                    <a:pt x="25908" y="2372614"/>
                  </a:cubicBezTo>
                  <a:cubicBezTo>
                    <a:pt x="27432" y="2374900"/>
                    <a:pt x="29083" y="2376932"/>
                    <a:pt x="30988" y="2378837"/>
                  </a:cubicBezTo>
                  <a:lnTo>
                    <a:pt x="24257" y="2385568"/>
                  </a:lnTo>
                  <a:lnTo>
                    <a:pt x="30988" y="2378837"/>
                  </a:lnTo>
                  <a:cubicBezTo>
                    <a:pt x="32893" y="2380742"/>
                    <a:pt x="35052" y="2382393"/>
                    <a:pt x="37211" y="2383917"/>
                  </a:cubicBezTo>
                  <a:lnTo>
                    <a:pt x="31877" y="2391791"/>
                  </a:lnTo>
                  <a:lnTo>
                    <a:pt x="37211" y="2383917"/>
                  </a:lnTo>
                  <a:cubicBezTo>
                    <a:pt x="39497" y="2385441"/>
                    <a:pt x="41783" y="2386711"/>
                    <a:pt x="44323" y="2387727"/>
                  </a:cubicBezTo>
                  <a:cubicBezTo>
                    <a:pt x="46863" y="2388743"/>
                    <a:pt x="49403" y="2389505"/>
                    <a:pt x="51943" y="2390013"/>
                  </a:cubicBezTo>
                  <a:lnTo>
                    <a:pt x="50038" y="2399411"/>
                  </a:lnTo>
                  <a:lnTo>
                    <a:pt x="51816" y="2390013"/>
                  </a:lnTo>
                  <a:cubicBezTo>
                    <a:pt x="54483" y="2390521"/>
                    <a:pt x="57150" y="2390775"/>
                    <a:pt x="59817" y="2390775"/>
                  </a:cubicBezTo>
                  <a:lnTo>
                    <a:pt x="2825877" y="2390775"/>
                  </a:lnTo>
                  <a:cubicBezTo>
                    <a:pt x="2828544" y="2390775"/>
                    <a:pt x="2831211" y="2390521"/>
                    <a:pt x="2833878" y="2390013"/>
                  </a:cubicBezTo>
                  <a:lnTo>
                    <a:pt x="2835656" y="2399411"/>
                  </a:lnTo>
                  <a:lnTo>
                    <a:pt x="2833751" y="2390013"/>
                  </a:lnTo>
                  <a:cubicBezTo>
                    <a:pt x="2836418" y="2389505"/>
                    <a:pt x="2838958" y="2388743"/>
                    <a:pt x="2841498" y="2387727"/>
                  </a:cubicBezTo>
                  <a:cubicBezTo>
                    <a:pt x="2844038" y="2386711"/>
                    <a:pt x="2846324" y="2385441"/>
                    <a:pt x="2848610" y="2383917"/>
                  </a:cubicBezTo>
                  <a:cubicBezTo>
                    <a:pt x="2850896" y="2382393"/>
                    <a:pt x="2852928" y="2380742"/>
                    <a:pt x="2854833" y="2378837"/>
                  </a:cubicBezTo>
                  <a:lnTo>
                    <a:pt x="2861564" y="2385568"/>
                  </a:lnTo>
                  <a:lnTo>
                    <a:pt x="2854833" y="2378837"/>
                  </a:lnTo>
                  <a:cubicBezTo>
                    <a:pt x="2856738" y="2376932"/>
                    <a:pt x="2858389" y="2374900"/>
                    <a:pt x="2859913" y="2372614"/>
                  </a:cubicBezTo>
                  <a:cubicBezTo>
                    <a:pt x="2861437" y="2370328"/>
                    <a:pt x="2862707" y="2368042"/>
                    <a:pt x="2863723" y="2365502"/>
                  </a:cubicBezTo>
                  <a:cubicBezTo>
                    <a:pt x="2864739" y="2362962"/>
                    <a:pt x="2865501" y="2360422"/>
                    <a:pt x="2866009" y="2357882"/>
                  </a:cubicBezTo>
                  <a:cubicBezTo>
                    <a:pt x="2866517" y="2355342"/>
                    <a:pt x="2866771" y="2352675"/>
                    <a:pt x="2866771" y="2349881"/>
                  </a:cubicBezTo>
                  <a:lnTo>
                    <a:pt x="2866771" y="60071"/>
                  </a:lnTo>
                  <a:cubicBezTo>
                    <a:pt x="2866771" y="57404"/>
                    <a:pt x="2866517" y="54737"/>
                    <a:pt x="2866009" y="52070"/>
                  </a:cubicBezTo>
                  <a:cubicBezTo>
                    <a:pt x="2865501" y="49530"/>
                    <a:pt x="2864739" y="46990"/>
                    <a:pt x="2863723" y="44450"/>
                  </a:cubicBezTo>
                  <a:cubicBezTo>
                    <a:pt x="2862707" y="42037"/>
                    <a:pt x="2861437" y="39624"/>
                    <a:pt x="2859913" y="37338"/>
                  </a:cubicBezTo>
                  <a:lnTo>
                    <a:pt x="2867787" y="32004"/>
                  </a:lnTo>
                  <a:lnTo>
                    <a:pt x="2859913" y="37338"/>
                  </a:lnTo>
                  <a:cubicBezTo>
                    <a:pt x="2858389" y="35052"/>
                    <a:pt x="2856738" y="33020"/>
                    <a:pt x="2854833" y="31115"/>
                  </a:cubicBezTo>
                  <a:lnTo>
                    <a:pt x="2861564" y="24384"/>
                  </a:lnTo>
                  <a:lnTo>
                    <a:pt x="2854833" y="31115"/>
                  </a:lnTo>
                  <a:cubicBezTo>
                    <a:pt x="2852928" y="29210"/>
                    <a:pt x="2850896" y="27559"/>
                    <a:pt x="2848610" y="26035"/>
                  </a:cubicBezTo>
                  <a:cubicBezTo>
                    <a:pt x="2846324" y="24511"/>
                    <a:pt x="2844038" y="23241"/>
                    <a:pt x="2841498" y="22225"/>
                  </a:cubicBezTo>
                  <a:lnTo>
                    <a:pt x="2845181" y="13462"/>
                  </a:lnTo>
                  <a:lnTo>
                    <a:pt x="2841625" y="22225"/>
                  </a:lnTo>
                  <a:cubicBezTo>
                    <a:pt x="2839085" y="21209"/>
                    <a:pt x="2836545" y="20447"/>
                    <a:pt x="2833878" y="19939"/>
                  </a:cubicBezTo>
                  <a:cubicBezTo>
                    <a:pt x="2831211" y="19431"/>
                    <a:pt x="2828671" y="19177"/>
                    <a:pt x="2825877" y="19177"/>
                  </a:cubicBezTo>
                  <a:lnTo>
                    <a:pt x="60071" y="19177"/>
                  </a:lnTo>
                  <a:cubicBezTo>
                    <a:pt x="57404" y="19177"/>
                    <a:pt x="54737" y="19431"/>
                    <a:pt x="52070" y="19939"/>
                  </a:cubicBezTo>
                  <a:cubicBezTo>
                    <a:pt x="49403" y="20447"/>
                    <a:pt x="46863" y="21209"/>
                    <a:pt x="44323" y="22225"/>
                  </a:cubicBezTo>
                  <a:lnTo>
                    <a:pt x="40640" y="13335"/>
                  </a:lnTo>
                  <a:lnTo>
                    <a:pt x="44323" y="22098"/>
                  </a:lnTo>
                  <a:cubicBezTo>
                    <a:pt x="41910" y="23114"/>
                    <a:pt x="39497" y="24384"/>
                    <a:pt x="37211" y="25908"/>
                  </a:cubicBezTo>
                  <a:lnTo>
                    <a:pt x="31877" y="18034"/>
                  </a:lnTo>
                  <a:lnTo>
                    <a:pt x="37211" y="25908"/>
                  </a:lnTo>
                  <a:cubicBezTo>
                    <a:pt x="34925" y="27432"/>
                    <a:pt x="32893" y="29083"/>
                    <a:pt x="30988" y="30988"/>
                  </a:cubicBezTo>
                  <a:lnTo>
                    <a:pt x="24257" y="24257"/>
                  </a:lnTo>
                  <a:lnTo>
                    <a:pt x="30988" y="30988"/>
                  </a:lnTo>
                  <a:cubicBezTo>
                    <a:pt x="29083" y="32893"/>
                    <a:pt x="27432" y="35052"/>
                    <a:pt x="25908" y="37211"/>
                  </a:cubicBezTo>
                  <a:lnTo>
                    <a:pt x="18034" y="31877"/>
                  </a:lnTo>
                  <a:lnTo>
                    <a:pt x="25908" y="37211"/>
                  </a:lnTo>
                  <a:cubicBezTo>
                    <a:pt x="24384" y="39497"/>
                    <a:pt x="23114" y="41910"/>
                    <a:pt x="22098" y="44323"/>
                  </a:cubicBezTo>
                  <a:lnTo>
                    <a:pt x="13335" y="40640"/>
                  </a:lnTo>
                  <a:lnTo>
                    <a:pt x="22098" y="44323"/>
                  </a:lnTo>
                  <a:cubicBezTo>
                    <a:pt x="21082" y="46863"/>
                    <a:pt x="20320" y="49403"/>
                    <a:pt x="19812" y="52070"/>
                  </a:cubicBezTo>
                  <a:lnTo>
                    <a:pt x="10414" y="50165"/>
                  </a:lnTo>
                  <a:lnTo>
                    <a:pt x="19812" y="52070"/>
                  </a:lnTo>
                  <a:cubicBezTo>
                    <a:pt x="19304" y="54737"/>
                    <a:pt x="19050" y="57404"/>
                    <a:pt x="19050" y="60071"/>
                  </a:cubicBezTo>
                  <a:lnTo>
                    <a:pt x="19050" y="2349881"/>
                  </a:lnTo>
                  <a:close/>
                </a:path>
              </a:pathLst>
            </a:custGeom>
            <a:solidFill>
              <a:srgbClr val="B2D4E5"/>
            </a:solidFill>
          </p:spPr>
        </p:sp>
      </p:grpSp>
      <p:sp>
        <p:nvSpPr>
          <p:cNvPr name="TextBox 19" id="19"/>
          <p:cNvSpPr txBox="true"/>
          <p:nvPr/>
        </p:nvSpPr>
        <p:spPr>
          <a:xfrm rot="0">
            <a:off x="600075" y="801329"/>
            <a:ext cx="4702578"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Dampak Over-tourism</a:t>
            </a:r>
          </a:p>
        </p:txBody>
      </p:sp>
      <p:sp>
        <p:nvSpPr>
          <p:cNvPr name="TextBox 20" id="20"/>
          <p:cNvSpPr txBox="true"/>
          <p:nvPr/>
        </p:nvSpPr>
        <p:spPr>
          <a:xfrm rot="0">
            <a:off x="1452839" y="1843745"/>
            <a:ext cx="50254"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 </a:t>
            </a:r>
          </a:p>
        </p:txBody>
      </p:sp>
      <p:sp>
        <p:nvSpPr>
          <p:cNvPr name="TextBox 21" id="21"/>
          <p:cNvSpPr txBox="true"/>
          <p:nvPr/>
        </p:nvSpPr>
        <p:spPr>
          <a:xfrm rot="0">
            <a:off x="790575" y="1843745"/>
            <a:ext cx="1869015"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Pantai</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Kelingking</a:t>
            </a:r>
          </a:p>
        </p:txBody>
      </p:sp>
      <p:sp>
        <p:nvSpPr>
          <p:cNvPr name="TextBox 22" id="22"/>
          <p:cNvSpPr txBox="true"/>
          <p:nvPr/>
        </p:nvSpPr>
        <p:spPr>
          <a:xfrm rot="0">
            <a:off x="1920430" y="227727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3" id="23"/>
          <p:cNvSpPr txBox="true"/>
          <p:nvPr/>
        </p:nvSpPr>
        <p:spPr>
          <a:xfrm rot="0">
            <a:off x="790575" y="4425020"/>
            <a:ext cx="2198418"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Dampak Lingkungan</a:t>
            </a:r>
          </a:p>
        </p:txBody>
      </p:sp>
      <p:sp>
        <p:nvSpPr>
          <p:cNvPr name="TextBox 24" id="24"/>
          <p:cNvSpPr txBox="true"/>
          <p:nvPr/>
        </p:nvSpPr>
        <p:spPr>
          <a:xfrm rot="0">
            <a:off x="1521123" y="48585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5" id="25"/>
          <p:cNvSpPr txBox="true"/>
          <p:nvPr/>
        </p:nvSpPr>
        <p:spPr>
          <a:xfrm rot="0">
            <a:off x="3848100" y="1843745"/>
            <a:ext cx="1773136"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Pura</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Lempuyang</a:t>
            </a:r>
          </a:p>
        </p:txBody>
      </p:sp>
      <p:sp>
        <p:nvSpPr>
          <p:cNvPr name="TextBox 26" id="26"/>
          <p:cNvSpPr txBox="true"/>
          <p:nvPr/>
        </p:nvSpPr>
        <p:spPr>
          <a:xfrm rot="0">
            <a:off x="5505955" y="227727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7" id="27"/>
          <p:cNvSpPr txBox="true"/>
          <p:nvPr/>
        </p:nvSpPr>
        <p:spPr>
          <a:xfrm rot="0">
            <a:off x="790575" y="2248700"/>
            <a:ext cx="2140401" cy="1625394"/>
          </a:xfrm>
          <a:prstGeom prst="rect">
            <a:avLst/>
          </a:prstGeom>
        </p:spPr>
        <p:txBody>
          <a:bodyPr anchor="t" rtlCol="false" tIns="0" lIns="0" bIns="0" rIns="0">
            <a:spAutoFit/>
          </a:bodyPr>
          <a:lstStyle/>
          <a:p>
            <a:pPr algn="l">
              <a:lnSpc>
                <a:spcPts val="2124"/>
              </a:lnSpc>
            </a:pPr>
            <a:r>
              <a:rPr lang="en-US" sz="1350">
                <a:solidFill>
                  <a:srgbClr val="272525"/>
                </a:solidFill>
                <a:latin typeface="Inter"/>
                <a:ea typeface="Inter"/>
                <a:cs typeface="Inter"/>
                <a:sym typeface="Inter"/>
              </a:rPr>
              <a:t>Destinasi viralyang mengalami lonjakan wisatawan drastis karena </a:t>
            </a:r>
          </a:p>
          <a:p>
            <a:pPr algn="l">
              <a:lnSpc>
                <a:spcPts val="2324"/>
              </a:lnSpc>
            </a:pPr>
            <a:r>
              <a:rPr lang="en-US" sz="1350">
                <a:solidFill>
                  <a:srgbClr val="272525"/>
                </a:solidFill>
                <a:latin typeface="Inter"/>
                <a:ea typeface="Inter"/>
                <a:cs typeface="Inter"/>
                <a:sym typeface="Inter"/>
              </a:rPr>
              <a:t>konten media sosial, </a:t>
            </a:r>
          </a:p>
          <a:p>
            <a:pPr algn="l">
              <a:lnSpc>
                <a:spcPts val="2025"/>
              </a:lnSpc>
            </a:pPr>
            <a:r>
              <a:rPr lang="en-US" sz="1350">
                <a:solidFill>
                  <a:srgbClr val="272525"/>
                </a:solidFill>
                <a:latin typeface="Inter"/>
                <a:ea typeface="Inter"/>
                <a:cs typeface="Inter"/>
                <a:sym typeface="Inter"/>
              </a:rPr>
              <a:t>menyebabkan kepadatan </a:t>
            </a:r>
          </a:p>
          <a:p>
            <a:pPr algn="l">
              <a:lnSpc>
                <a:spcPts val="2324"/>
              </a:lnSpc>
            </a:pPr>
            <a:r>
              <a:rPr lang="en-US" sz="1350">
                <a:solidFill>
                  <a:srgbClr val="272525"/>
                </a:solidFill>
                <a:latin typeface="Inter"/>
                <a:ea typeface="Inter"/>
                <a:cs typeface="Inter"/>
                <a:sym typeface="Inter"/>
              </a:rPr>
              <a:t>ekstrem di area terbatas</a:t>
            </a:r>
          </a:p>
        </p:txBody>
      </p:sp>
      <p:sp>
        <p:nvSpPr>
          <p:cNvPr name="TextBox 28" id="28"/>
          <p:cNvSpPr txBox="true"/>
          <p:nvPr/>
        </p:nvSpPr>
        <p:spPr>
          <a:xfrm rot="0">
            <a:off x="790575" y="4858550"/>
            <a:ext cx="4987727"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Lonjakan wisatawan yang tidak terkendali berpotensi merusak </a:t>
            </a:r>
          </a:p>
        </p:txBody>
      </p:sp>
      <p:sp>
        <p:nvSpPr>
          <p:cNvPr name="TextBox 29" id="29"/>
          <p:cNvSpPr txBox="true"/>
          <p:nvPr/>
        </p:nvSpPr>
        <p:spPr>
          <a:xfrm rot="0">
            <a:off x="790575" y="5134775"/>
            <a:ext cx="437690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kelestarian alam dan budaya lokal di sekitar destinasi</a:t>
            </a:r>
          </a:p>
        </p:txBody>
      </p:sp>
      <p:sp>
        <p:nvSpPr>
          <p:cNvPr name="TextBox 30" id="30"/>
          <p:cNvSpPr txBox="true"/>
          <p:nvPr/>
        </p:nvSpPr>
        <p:spPr>
          <a:xfrm rot="0">
            <a:off x="3848100" y="2277275"/>
            <a:ext cx="250017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Fenomena "Gates ofHeaven" </a:t>
            </a:r>
          </a:p>
        </p:txBody>
      </p:sp>
      <p:sp>
        <p:nvSpPr>
          <p:cNvPr name="TextBox 31" id="31"/>
          <p:cNvSpPr txBox="true"/>
          <p:nvPr/>
        </p:nvSpPr>
        <p:spPr>
          <a:xfrm rot="0">
            <a:off x="3848100" y="2524925"/>
            <a:ext cx="2457221" cy="1349169"/>
          </a:xfrm>
          <a:prstGeom prst="rect">
            <a:avLst/>
          </a:prstGeom>
        </p:spPr>
        <p:txBody>
          <a:bodyPr anchor="t" rtlCol="false" tIns="0" lIns="0" bIns="0" rIns="0">
            <a:spAutoFit/>
          </a:bodyPr>
          <a:lstStyle/>
          <a:p>
            <a:pPr algn="l">
              <a:lnSpc>
                <a:spcPts val="2160"/>
              </a:lnSpc>
            </a:pPr>
            <a:r>
              <a:rPr lang="en-US" sz="1350" spc="1">
                <a:solidFill>
                  <a:srgbClr val="272525"/>
                </a:solidFill>
                <a:latin typeface="Inter"/>
                <a:ea typeface="Inter"/>
                <a:cs typeface="Inter"/>
                <a:sym typeface="Inter"/>
              </a:rPr>
              <a:t>membuat antrian panjang wisatawan, mengganggu aktivitas ibadah dan merusak kenyamanan spiritual tempat suci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63503" y="-63503"/>
            <a:ext cx="11556997" cy="6565897"/>
            <a:chOff x="0" y="0"/>
            <a:chExt cx="11557000" cy="6565900"/>
          </a:xfrm>
        </p:grpSpPr>
        <p:sp>
          <p:nvSpPr>
            <p:cNvPr name="Freeform 7" id="7"/>
            <p:cNvSpPr/>
            <p:nvPr/>
          </p:nvSpPr>
          <p:spPr>
            <a:xfrm flipH="false" flipV="false" rot="0">
              <a:off x="63500" y="6350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sp>
          <p:nvSpPr>
            <p:cNvPr name="Freeform 8" id="8"/>
            <p:cNvSpPr/>
            <p:nvPr/>
          </p:nvSpPr>
          <p:spPr>
            <a:xfrm flipH="false" flipV="false" rot="0">
              <a:off x="663575" y="3121025"/>
              <a:ext cx="5114925" cy="685800"/>
            </a:xfrm>
            <a:custGeom>
              <a:avLst/>
              <a:gdLst/>
              <a:ahLst/>
              <a:cxnLst/>
              <a:rect r="r" b="b" t="t" l="l"/>
              <a:pathLst>
                <a:path h="685800" w="5114925">
                  <a:moveTo>
                    <a:pt x="4943475" y="0"/>
                  </a:moveTo>
                  <a:lnTo>
                    <a:pt x="5114925" y="342900"/>
                  </a:lnTo>
                  <a:lnTo>
                    <a:pt x="4943475" y="685800"/>
                  </a:lnTo>
                  <a:lnTo>
                    <a:pt x="0" y="685800"/>
                  </a:lnTo>
                  <a:lnTo>
                    <a:pt x="171450" y="342900"/>
                  </a:lnTo>
                  <a:lnTo>
                    <a:pt x="0" y="0"/>
                  </a:lnTo>
                  <a:lnTo>
                    <a:pt x="4943475" y="0"/>
                  </a:lnTo>
                </a:path>
              </a:pathLst>
            </a:custGeom>
            <a:solidFill>
              <a:srgbClr val="CCEEFF"/>
            </a:solidFill>
          </p:spPr>
        </p:sp>
        <p:sp>
          <p:nvSpPr>
            <p:cNvPr name="Freeform 9" id="9"/>
            <p:cNvSpPr/>
            <p:nvPr/>
          </p:nvSpPr>
          <p:spPr>
            <a:xfrm flipH="false" flipV="false" rot="0">
              <a:off x="658154" y="3115691"/>
              <a:ext cx="5125743" cy="696468"/>
            </a:xfrm>
            <a:custGeom>
              <a:avLst/>
              <a:gdLst/>
              <a:ahLst/>
              <a:cxnLst/>
              <a:rect r="r" b="b" t="t" l="l"/>
              <a:pathLst>
                <a:path h="696468" w="5125743">
                  <a:moveTo>
                    <a:pt x="4953722" y="2921"/>
                  </a:moveTo>
                  <a:lnTo>
                    <a:pt x="5125172" y="345821"/>
                  </a:lnTo>
                  <a:cubicBezTo>
                    <a:pt x="5125934" y="347345"/>
                    <a:pt x="5125934" y="349123"/>
                    <a:pt x="5125172" y="350647"/>
                  </a:cubicBezTo>
                  <a:lnTo>
                    <a:pt x="4953722" y="693547"/>
                  </a:lnTo>
                  <a:cubicBezTo>
                    <a:pt x="4952833" y="695325"/>
                    <a:pt x="4950928" y="696468"/>
                    <a:pt x="4948896" y="696468"/>
                  </a:cubicBezTo>
                  <a:lnTo>
                    <a:pt x="5421" y="696468"/>
                  </a:lnTo>
                  <a:cubicBezTo>
                    <a:pt x="3516" y="696468"/>
                    <a:pt x="1865" y="695452"/>
                    <a:pt x="849" y="693928"/>
                  </a:cubicBezTo>
                  <a:cubicBezTo>
                    <a:pt x="-167" y="692404"/>
                    <a:pt x="-167" y="690372"/>
                    <a:pt x="595" y="688721"/>
                  </a:cubicBezTo>
                  <a:lnTo>
                    <a:pt x="172045" y="345821"/>
                  </a:lnTo>
                  <a:lnTo>
                    <a:pt x="176871" y="348234"/>
                  </a:lnTo>
                  <a:lnTo>
                    <a:pt x="172045" y="350647"/>
                  </a:lnTo>
                  <a:lnTo>
                    <a:pt x="595" y="7747"/>
                  </a:lnTo>
                  <a:cubicBezTo>
                    <a:pt x="-294" y="6096"/>
                    <a:pt x="-167" y="4064"/>
                    <a:pt x="849" y="2540"/>
                  </a:cubicBezTo>
                  <a:cubicBezTo>
                    <a:pt x="1865" y="1016"/>
                    <a:pt x="3516" y="0"/>
                    <a:pt x="5421" y="0"/>
                  </a:cubicBezTo>
                  <a:lnTo>
                    <a:pt x="4948896" y="0"/>
                  </a:lnTo>
                  <a:cubicBezTo>
                    <a:pt x="4950928" y="0"/>
                    <a:pt x="4952833" y="1143"/>
                    <a:pt x="4953722" y="2921"/>
                  </a:cubicBezTo>
                  <a:moveTo>
                    <a:pt x="4944197" y="7747"/>
                  </a:moveTo>
                  <a:lnTo>
                    <a:pt x="4949023" y="5334"/>
                  </a:lnTo>
                  <a:lnTo>
                    <a:pt x="4949023" y="10668"/>
                  </a:lnTo>
                  <a:lnTo>
                    <a:pt x="5421" y="10668"/>
                  </a:lnTo>
                  <a:lnTo>
                    <a:pt x="5421" y="5334"/>
                  </a:lnTo>
                  <a:lnTo>
                    <a:pt x="10247" y="2921"/>
                  </a:lnTo>
                  <a:lnTo>
                    <a:pt x="181697" y="345821"/>
                  </a:lnTo>
                  <a:cubicBezTo>
                    <a:pt x="182459" y="347345"/>
                    <a:pt x="182459" y="349123"/>
                    <a:pt x="181697" y="350647"/>
                  </a:cubicBezTo>
                  <a:lnTo>
                    <a:pt x="10247" y="693547"/>
                  </a:lnTo>
                  <a:lnTo>
                    <a:pt x="5421" y="691134"/>
                  </a:lnTo>
                  <a:lnTo>
                    <a:pt x="5421" y="685800"/>
                  </a:lnTo>
                  <a:lnTo>
                    <a:pt x="4948896" y="685800"/>
                  </a:lnTo>
                  <a:lnTo>
                    <a:pt x="4948896" y="691134"/>
                  </a:lnTo>
                  <a:lnTo>
                    <a:pt x="4944070" y="688721"/>
                  </a:lnTo>
                  <a:lnTo>
                    <a:pt x="5115520" y="345821"/>
                  </a:lnTo>
                  <a:lnTo>
                    <a:pt x="5120346" y="348234"/>
                  </a:lnTo>
                  <a:lnTo>
                    <a:pt x="5115520" y="350647"/>
                  </a:lnTo>
                  <a:lnTo>
                    <a:pt x="4944070" y="7747"/>
                  </a:lnTo>
                  <a:close/>
                </a:path>
              </a:pathLst>
            </a:custGeom>
            <a:solidFill>
              <a:srgbClr val="B2D4E5"/>
            </a:solidFill>
          </p:spPr>
        </p:sp>
        <p:sp>
          <p:nvSpPr>
            <p:cNvPr name="Freeform 10" id="10"/>
            <p:cNvSpPr/>
            <p:nvPr/>
          </p:nvSpPr>
          <p:spPr>
            <a:xfrm flipH="false" flipV="false" rot="0">
              <a:off x="3209035" y="3526888"/>
              <a:ext cx="50322" cy="23778"/>
            </a:xfrm>
            <a:custGeom>
              <a:avLst/>
              <a:gdLst/>
              <a:ahLst/>
              <a:cxnLst/>
              <a:rect r="r" b="b" t="t" l="l"/>
              <a:pathLst>
                <a:path h="23778" w="50322">
                  <a:moveTo>
                    <a:pt x="47880" y="10443"/>
                  </a:moveTo>
                  <a:cubicBezTo>
                    <a:pt x="33656" y="20476"/>
                    <a:pt x="29465" y="22635"/>
                    <a:pt x="24131" y="23651"/>
                  </a:cubicBezTo>
                  <a:cubicBezTo>
                    <a:pt x="23750" y="23778"/>
                    <a:pt x="23369" y="23778"/>
                    <a:pt x="22988" y="23778"/>
                  </a:cubicBezTo>
                  <a:cubicBezTo>
                    <a:pt x="20194" y="23778"/>
                    <a:pt x="17527" y="23397"/>
                    <a:pt x="14733" y="22508"/>
                  </a:cubicBezTo>
                  <a:cubicBezTo>
                    <a:pt x="14479" y="22381"/>
                    <a:pt x="14225" y="22381"/>
                    <a:pt x="14098" y="22254"/>
                  </a:cubicBezTo>
                  <a:cubicBezTo>
                    <a:pt x="10923" y="20857"/>
                    <a:pt x="7875" y="18444"/>
                    <a:pt x="1779" y="12602"/>
                  </a:cubicBezTo>
                  <a:cubicBezTo>
                    <a:pt x="-507" y="10443"/>
                    <a:pt x="-634" y="6760"/>
                    <a:pt x="1652" y="4474"/>
                  </a:cubicBezTo>
                  <a:cubicBezTo>
                    <a:pt x="3938" y="2188"/>
                    <a:pt x="7494" y="2061"/>
                    <a:pt x="9780" y="4347"/>
                  </a:cubicBezTo>
                  <a:cubicBezTo>
                    <a:pt x="15876" y="10189"/>
                    <a:pt x="17654" y="11332"/>
                    <a:pt x="18797" y="11840"/>
                  </a:cubicBezTo>
                  <a:lnTo>
                    <a:pt x="16511" y="17174"/>
                  </a:lnTo>
                  <a:lnTo>
                    <a:pt x="18162" y="11586"/>
                  </a:lnTo>
                  <a:cubicBezTo>
                    <a:pt x="19940" y="12094"/>
                    <a:pt x="21591" y="12348"/>
                    <a:pt x="23115" y="12348"/>
                  </a:cubicBezTo>
                  <a:lnTo>
                    <a:pt x="23115" y="18063"/>
                  </a:lnTo>
                  <a:lnTo>
                    <a:pt x="21972" y="12348"/>
                  </a:lnTo>
                  <a:cubicBezTo>
                    <a:pt x="24512" y="11840"/>
                    <a:pt x="26798" y="11205"/>
                    <a:pt x="41276" y="1045"/>
                  </a:cubicBezTo>
                  <a:cubicBezTo>
                    <a:pt x="43943" y="-733"/>
                    <a:pt x="47499" y="-225"/>
                    <a:pt x="49277" y="2442"/>
                  </a:cubicBezTo>
                  <a:cubicBezTo>
                    <a:pt x="51055" y="5109"/>
                    <a:pt x="50547" y="8665"/>
                    <a:pt x="47880" y="10443"/>
                  </a:cubicBezTo>
                  <a:close/>
                </a:path>
              </a:pathLst>
            </a:custGeom>
            <a:solidFill>
              <a:srgbClr val="272525"/>
            </a:solidFill>
          </p:spPr>
        </p:sp>
        <p:sp>
          <p:nvSpPr>
            <p:cNvPr name="Freeform 11" id="11"/>
            <p:cNvSpPr/>
            <p:nvPr/>
          </p:nvSpPr>
          <p:spPr>
            <a:xfrm flipH="false" flipV="false" rot="0">
              <a:off x="3186938" y="3482721"/>
              <a:ext cx="48279" cy="38881"/>
            </a:xfrm>
            <a:custGeom>
              <a:avLst/>
              <a:gdLst/>
              <a:ahLst/>
              <a:cxnLst/>
              <a:rect r="r" b="b" t="t" l="l"/>
              <a:pathLst>
                <a:path h="38881" w="48279">
                  <a:moveTo>
                    <a:pt x="38608" y="37338"/>
                  </a:moveTo>
                  <a:cubicBezTo>
                    <a:pt x="10668" y="11303"/>
                    <a:pt x="9906" y="11557"/>
                    <a:pt x="9144" y="11303"/>
                  </a:cubicBezTo>
                  <a:lnTo>
                    <a:pt x="10922" y="5842"/>
                  </a:lnTo>
                  <a:lnTo>
                    <a:pt x="10287" y="11557"/>
                  </a:lnTo>
                  <a:cubicBezTo>
                    <a:pt x="9525" y="11430"/>
                    <a:pt x="8001" y="11430"/>
                    <a:pt x="5842" y="11430"/>
                  </a:cubicBezTo>
                  <a:cubicBezTo>
                    <a:pt x="2667" y="11557"/>
                    <a:pt x="0" y="9017"/>
                    <a:pt x="0" y="5842"/>
                  </a:cubicBezTo>
                  <a:cubicBezTo>
                    <a:pt x="0" y="2667"/>
                    <a:pt x="2413" y="0"/>
                    <a:pt x="5588" y="0"/>
                  </a:cubicBezTo>
                  <a:cubicBezTo>
                    <a:pt x="8001" y="0"/>
                    <a:pt x="10033" y="0"/>
                    <a:pt x="11557" y="127"/>
                  </a:cubicBezTo>
                  <a:cubicBezTo>
                    <a:pt x="11938" y="127"/>
                    <a:pt x="12319" y="254"/>
                    <a:pt x="12700" y="381"/>
                  </a:cubicBezTo>
                  <a:cubicBezTo>
                    <a:pt x="16637" y="1651"/>
                    <a:pt x="19939" y="4318"/>
                    <a:pt x="46482" y="28956"/>
                  </a:cubicBezTo>
                  <a:cubicBezTo>
                    <a:pt x="48768" y="31115"/>
                    <a:pt x="48895" y="34798"/>
                    <a:pt x="46736" y="37084"/>
                  </a:cubicBezTo>
                  <a:cubicBezTo>
                    <a:pt x="44577" y="39370"/>
                    <a:pt x="40894" y="39497"/>
                    <a:pt x="38608" y="37338"/>
                  </a:cubicBezTo>
                  <a:close/>
                </a:path>
              </a:pathLst>
            </a:custGeom>
            <a:solidFill>
              <a:srgbClr val="272525"/>
            </a:solidFill>
          </p:spPr>
        </p:sp>
        <p:sp>
          <p:nvSpPr>
            <p:cNvPr name="Freeform 12" id="12"/>
            <p:cNvSpPr/>
            <p:nvPr/>
          </p:nvSpPr>
          <p:spPr>
            <a:xfrm flipH="false" flipV="false" rot="0">
              <a:off x="3223490" y="3485002"/>
              <a:ext cx="63783" cy="36732"/>
            </a:xfrm>
            <a:custGeom>
              <a:avLst/>
              <a:gdLst/>
              <a:ahLst/>
              <a:cxnLst/>
              <a:rect r="r" b="b" t="t" l="l"/>
              <a:pathLst>
                <a:path h="36732" w="63783">
                  <a:moveTo>
                    <a:pt x="1675" y="27056"/>
                  </a:moveTo>
                  <a:cubicBezTo>
                    <a:pt x="7644" y="20452"/>
                    <a:pt x="12978" y="15499"/>
                    <a:pt x="19836" y="10165"/>
                  </a:cubicBezTo>
                  <a:cubicBezTo>
                    <a:pt x="20090" y="10038"/>
                    <a:pt x="20217" y="9911"/>
                    <a:pt x="20471" y="9784"/>
                  </a:cubicBezTo>
                  <a:cubicBezTo>
                    <a:pt x="26186" y="6482"/>
                    <a:pt x="33298" y="3688"/>
                    <a:pt x="40410" y="1910"/>
                  </a:cubicBezTo>
                  <a:cubicBezTo>
                    <a:pt x="40537" y="1910"/>
                    <a:pt x="40791" y="1783"/>
                    <a:pt x="40918" y="1783"/>
                  </a:cubicBezTo>
                  <a:cubicBezTo>
                    <a:pt x="45998" y="1021"/>
                    <a:pt x="51586" y="386"/>
                    <a:pt x="57682" y="5"/>
                  </a:cubicBezTo>
                  <a:cubicBezTo>
                    <a:pt x="60857" y="-122"/>
                    <a:pt x="63651" y="2291"/>
                    <a:pt x="63778" y="5466"/>
                  </a:cubicBezTo>
                  <a:cubicBezTo>
                    <a:pt x="63905" y="8641"/>
                    <a:pt x="61492" y="11435"/>
                    <a:pt x="58317" y="11562"/>
                  </a:cubicBezTo>
                  <a:cubicBezTo>
                    <a:pt x="52475" y="11943"/>
                    <a:pt x="47268" y="12451"/>
                    <a:pt x="42569" y="13213"/>
                  </a:cubicBezTo>
                  <a:lnTo>
                    <a:pt x="41680" y="7498"/>
                  </a:lnTo>
                  <a:lnTo>
                    <a:pt x="43077" y="13086"/>
                  </a:lnTo>
                  <a:cubicBezTo>
                    <a:pt x="36854" y="14737"/>
                    <a:pt x="30758" y="17150"/>
                    <a:pt x="26059" y="19817"/>
                  </a:cubicBezTo>
                  <a:lnTo>
                    <a:pt x="23138" y="14864"/>
                  </a:lnTo>
                  <a:lnTo>
                    <a:pt x="26694" y="19436"/>
                  </a:lnTo>
                  <a:cubicBezTo>
                    <a:pt x="20344" y="24262"/>
                    <a:pt x="15518" y="28707"/>
                    <a:pt x="10057" y="34803"/>
                  </a:cubicBezTo>
                  <a:cubicBezTo>
                    <a:pt x="7898" y="37216"/>
                    <a:pt x="4342" y="37343"/>
                    <a:pt x="1929" y="35311"/>
                  </a:cubicBezTo>
                  <a:cubicBezTo>
                    <a:pt x="-484" y="33279"/>
                    <a:pt x="-611" y="29596"/>
                    <a:pt x="1421" y="27183"/>
                  </a:cubicBezTo>
                  <a:close/>
                </a:path>
              </a:pathLst>
            </a:custGeom>
            <a:solidFill>
              <a:srgbClr val="272525"/>
            </a:solidFill>
          </p:spPr>
        </p:sp>
        <p:sp>
          <p:nvSpPr>
            <p:cNvPr name="Freeform 13" id="13"/>
            <p:cNvSpPr/>
            <p:nvPr/>
          </p:nvSpPr>
          <p:spPr>
            <a:xfrm flipH="false" flipV="false" rot="0">
              <a:off x="3293092" y="3485115"/>
              <a:ext cx="62380" cy="60090"/>
            </a:xfrm>
            <a:custGeom>
              <a:avLst/>
              <a:gdLst/>
              <a:ahLst/>
              <a:cxnLst/>
              <a:rect r="r" b="b" t="t" l="l"/>
              <a:pathLst>
                <a:path h="60090" w="62380">
                  <a:moveTo>
                    <a:pt x="5860" y="146"/>
                  </a:moveTo>
                  <a:cubicBezTo>
                    <a:pt x="11575" y="527"/>
                    <a:pt x="17544" y="1416"/>
                    <a:pt x="23513" y="2813"/>
                  </a:cubicBezTo>
                  <a:cubicBezTo>
                    <a:pt x="23640" y="2813"/>
                    <a:pt x="23894" y="2940"/>
                    <a:pt x="24021" y="2940"/>
                  </a:cubicBezTo>
                  <a:cubicBezTo>
                    <a:pt x="29228" y="4591"/>
                    <a:pt x="34308" y="6877"/>
                    <a:pt x="38880" y="9417"/>
                  </a:cubicBezTo>
                  <a:cubicBezTo>
                    <a:pt x="39007" y="9544"/>
                    <a:pt x="39134" y="9544"/>
                    <a:pt x="39388" y="9671"/>
                  </a:cubicBezTo>
                  <a:cubicBezTo>
                    <a:pt x="44341" y="13100"/>
                    <a:pt x="48405" y="16529"/>
                    <a:pt x="52088" y="20466"/>
                  </a:cubicBezTo>
                  <a:cubicBezTo>
                    <a:pt x="52215" y="20593"/>
                    <a:pt x="52342" y="20847"/>
                    <a:pt x="52469" y="20974"/>
                  </a:cubicBezTo>
                  <a:cubicBezTo>
                    <a:pt x="54882" y="24276"/>
                    <a:pt x="57295" y="28213"/>
                    <a:pt x="59200" y="32531"/>
                  </a:cubicBezTo>
                  <a:cubicBezTo>
                    <a:pt x="59327" y="32785"/>
                    <a:pt x="59327" y="32912"/>
                    <a:pt x="59454" y="33166"/>
                  </a:cubicBezTo>
                  <a:cubicBezTo>
                    <a:pt x="60724" y="37357"/>
                    <a:pt x="61613" y="42183"/>
                    <a:pt x="62248" y="47771"/>
                  </a:cubicBezTo>
                  <a:cubicBezTo>
                    <a:pt x="62248" y="47898"/>
                    <a:pt x="62248" y="48025"/>
                    <a:pt x="62248" y="48152"/>
                  </a:cubicBezTo>
                  <a:lnTo>
                    <a:pt x="62375" y="54248"/>
                  </a:lnTo>
                  <a:cubicBezTo>
                    <a:pt x="62502" y="57423"/>
                    <a:pt x="59962" y="60090"/>
                    <a:pt x="56787" y="60090"/>
                  </a:cubicBezTo>
                  <a:cubicBezTo>
                    <a:pt x="53612" y="60090"/>
                    <a:pt x="50945" y="57677"/>
                    <a:pt x="50945" y="54502"/>
                  </a:cubicBezTo>
                  <a:lnTo>
                    <a:pt x="50818" y="48406"/>
                  </a:lnTo>
                  <a:lnTo>
                    <a:pt x="56533" y="48279"/>
                  </a:lnTo>
                  <a:lnTo>
                    <a:pt x="50818" y="48787"/>
                  </a:lnTo>
                  <a:cubicBezTo>
                    <a:pt x="50310" y="43707"/>
                    <a:pt x="49548" y="39770"/>
                    <a:pt x="48532" y="36468"/>
                  </a:cubicBezTo>
                  <a:lnTo>
                    <a:pt x="53993" y="34817"/>
                  </a:lnTo>
                  <a:lnTo>
                    <a:pt x="48659" y="37103"/>
                  </a:lnTo>
                  <a:cubicBezTo>
                    <a:pt x="47135" y="33674"/>
                    <a:pt x="45230" y="30499"/>
                    <a:pt x="43325" y="27832"/>
                  </a:cubicBezTo>
                  <a:lnTo>
                    <a:pt x="47897" y="24403"/>
                  </a:lnTo>
                  <a:lnTo>
                    <a:pt x="43706" y="28340"/>
                  </a:lnTo>
                  <a:cubicBezTo>
                    <a:pt x="40658" y="25038"/>
                    <a:pt x="37229" y="22117"/>
                    <a:pt x="32911" y="19069"/>
                  </a:cubicBezTo>
                  <a:lnTo>
                    <a:pt x="36213" y="14370"/>
                  </a:lnTo>
                  <a:lnTo>
                    <a:pt x="33419" y="19450"/>
                  </a:lnTo>
                  <a:cubicBezTo>
                    <a:pt x="29736" y="17291"/>
                    <a:pt x="25291" y="15386"/>
                    <a:pt x="20719" y="13862"/>
                  </a:cubicBezTo>
                  <a:lnTo>
                    <a:pt x="22497" y="8401"/>
                  </a:lnTo>
                  <a:lnTo>
                    <a:pt x="21227" y="13989"/>
                  </a:lnTo>
                  <a:cubicBezTo>
                    <a:pt x="15766" y="12719"/>
                    <a:pt x="10432" y="11957"/>
                    <a:pt x="5352" y="11576"/>
                  </a:cubicBezTo>
                  <a:cubicBezTo>
                    <a:pt x="2177" y="11322"/>
                    <a:pt x="-236" y="8655"/>
                    <a:pt x="18" y="5353"/>
                  </a:cubicBezTo>
                  <a:cubicBezTo>
                    <a:pt x="272" y="2051"/>
                    <a:pt x="2939" y="-235"/>
                    <a:pt x="6241" y="19"/>
                  </a:cubicBezTo>
                  <a:close/>
                </a:path>
              </a:pathLst>
            </a:custGeom>
            <a:solidFill>
              <a:srgbClr val="272525"/>
            </a:solidFill>
          </p:spPr>
        </p:sp>
        <p:sp>
          <p:nvSpPr>
            <p:cNvPr name="Freeform 14" id="14"/>
            <p:cNvSpPr/>
            <p:nvPr/>
          </p:nvSpPr>
          <p:spPr>
            <a:xfrm flipH="false" flipV="false" rot="0">
              <a:off x="3250057" y="3408426"/>
              <a:ext cx="75946" cy="75946"/>
            </a:xfrm>
            <a:custGeom>
              <a:avLst/>
              <a:gdLst/>
              <a:ahLst/>
              <a:cxnLst/>
              <a:rect r="r" b="b" t="t" l="l"/>
              <a:pathLst>
                <a:path h="75946" w="75946">
                  <a:moveTo>
                    <a:pt x="75946" y="37973"/>
                  </a:moveTo>
                  <a:cubicBezTo>
                    <a:pt x="75946" y="43053"/>
                    <a:pt x="74930" y="47879"/>
                    <a:pt x="73025" y="52451"/>
                  </a:cubicBezTo>
                  <a:cubicBezTo>
                    <a:pt x="71120" y="57023"/>
                    <a:pt x="68326" y="61214"/>
                    <a:pt x="64770" y="64770"/>
                  </a:cubicBezTo>
                  <a:lnTo>
                    <a:pt x="60706" y="60706"/>
                  </a:lnTo>
                  <a:lnTo>
                    <a:pt x="64770" y="64770"/>
                  </a:lnTo>
                  <a:cubicBezTo>
                    <a:pt x="61214" y="68326"/>
                    <a:pt x="57150" y="71120"/>
                    <a:pt x="52451" y="73025"/>
                  </a:cubicBezTo>
                  <a:lnTo>
                    <a:pt x="50292" y="67691"/>
                  </a:lnTo>
                  <a:lnTo>
                    <a:pt x="52451" y="73025"/>
                  </a:lnTo>
                  <a:cubicBezTo>
                    <a:pt x="47752" y="74930"/>
                    <a:pt x="42926" y="75946"/>
                    <a:pt x="37973" y="75946"/>
                  </a:cubicBezTo>
                  <a:lnTo>
                    <a:pt x="37973" y="70231"/>
                  </a:lnTo>
                  <a:lnTo>
                    <a:pt x="37973" y="75946"/>
                  </a:lnTo>
                  <a:cubicBezTo>
                    <a:pt x="32893" y="75946"/>
                    <a:pt x="28067" y="74930"/>
                    <a:pt x="23495" y="73025"/>
                  </a:cubicBezTo>
                  <a:lnTo>
                    <a:pt x="25654" y="67691"/>
                  </a:lnTo>
                  <a:lnTo>
                    <a:pt x="23495" y="73025"/>
                  </a:lnTo>
                  <a:cubicBezTo>
                    <a:pt x="18796" y="71120"/>
                    <a:pt x="14732" y="68326"/>
                    <a:pt x="11176" y="64770"/>
                  </a:cubicBezTo>
                  <a:lnTo>
                    <a:pt x="15240" y="60706"/>
                  </a:lnTo>
                  <a:lnTo>
                    <a:pt x="11176" y="64770"/>
                  </a:lnTo>
                  <a:cubicBezTo>
                    <a:pt x="7620" y="61214"/>
                    <a:pt x="4826" y="57150"/>
                    <a:pt x="2921" y="52451"/>
                  </a:cubicBezTo>
                  <a:lnTo>
                    <a:pt x="8255" y="50292"/>
                  </a:lnTo>
                  <a:lnTo>
                    <a:pt x="2921" y="52451"/>
                  </a:lnTo>
                  <a:cubicBezTo>
                    <a:pt x="1016" y="47752"/>
                    <a:pt x="0" y="42926"/>
                    <a:pt x="0" y="37973"/>
                  </a:cubicBezTo>
                  <a:lnTo>
                    <a:pt x="5715" y="37973"/>
                  </a:lnTo>
                  <a:lnTo>
                    <a:pt x="0" y="37973"/>
                  </a:lnTo>
                  <a:cubicBezTo>
                    <a:pt x="0" y="32893"/>
                    <a:pt x="1016" y="28067"/>
                    <a:pt x="2921" y="23495"/>
                  </a:cubicBezTo>
                  <a:lnTo>
                    <a:pt x="8255" y="25654"/>
                  </a:lnTo>
                  <a:lnTo>
                    <a:pt x="2921" y="23495"/>
                  </a:lnTo>
                  <a:cubicBezTo>
                    <a:pt x="4826" y="18796"/>
                    <a:pt x="7620" y="14732"/>
                    <a:pt x="11176" y="11176"/>
                  </a:cubicBezTo>
                  <a:lnTo>
                    <a:pt x="15240" y="15240"/>
                  </a:lnTo>
                  <a:lnTo>
                    <a:pt x="11176" y="11176"/>
                  </a:lnTo>
                  <a:cubicBezTo>
                    <a:pt x="14732" y="7620"/>
                    <a:pt x="18796" y="4826"/>
                    <a:pt x="23495" y="2921"/>
                  </a:cubicBezTo>
                  <a:cubicBezTo>
                    <a:pt x="28194" y="1016"/>
                    <a:pt x="33020" y="0"/>
                    <a:pt x="37973" y="0"/>
                  </a:cubicBezTo>
                  <a:lnTo>
                    <a:pt x="37973" y="5715"/>
                  </a:lnTo>
                  <a:lnTo>
                    <a:pt x="37973" y="0"/>
                  </a:lnTo>
                  <a:cubicBezTo>
                    <a:pt x="43053" y="0"/>
                    <a:pt x="47879" y="1016"/>
                    <a:pt x="52451" y="2921"/>
                  </a:cubicBezTo>
                  <a:cubicBezTo>
                    <a:pt x="57023" y="4826"/>
                    <a:pt x="61214" y="7620"/>
                    <a:pt x="64770" y="11176"/>
                  </a:cubicBezTo>
                  <a:cubicBezTo>
                    <a:pt x="68326" y="14732"/>
                    <a:pt x="70993" y="18796"/>
                    <a:pt x="73025" y="23495"/>
                  </a:cubicBezTo>
                  <a:cubicBezTo>
                    <a:pt x="74930" y="28194"/>
                    <a:pt x="75946" y="33020"/>
                    <a:pt x="75946" y="37973"/>
                  </a:cubicBezTo>
                  <a:lnTo>
                    <a:pt x="70231" y="37973"/>
                  </a:lnTo>
                  <a:lnTo>
                    <a:pt x="75946" y="37973"/>
                  </a:lnTo>
                  <a:moveTo>
                    <a:pt x="64389" y="37973"/>
                  </a:moveTo>
                  <a:cubicBezTo>
                    <a:pt x="64389" y="34417"/>
                    <a:pt x="63754" y="31115"/>
                    <a:pt x="62357" y="27813"/>
                  </a:cubicBezTo>
                  <a:lnTo>
                    <a:pt x="67691" y="25654"/>
                  </a:lnTo>
                  <a:lnTo>
                    <a:pt x="62357" y="27813"/>
                  </a:lnTo>
                  <a:cubicBezTo>
                    <a:pt x="60960" y="24511"/>
                    <a:pt x="59055" y="21717"/>
                    <a:pt x="56642" y="19177"/>
                  </a:cubicBezTo>
                  <a:lnTo>
                    <a:pt x="60706" y="15113"/>
                  </a:lnTo>
                  <a:lnTo>
                    <a:pt x="56642" y="19177"/>
                  </a:lnTo>
                  <a:cubicBezTo>
                    <a:pt x="54102" y="16637"/>
                    <a:pt x="51308" y="14732"/>
                    <a:pt x="48006" y="13462"/>
                  </a:cubicBezTo>
                  <a:lnTo>
                    <a:pt x="50165" y="8128"/>
                  </a:lnTo>
                  <a:lnTo>
                    <a:pt x="48006" y="13462"/>
                  </a:lnTo>
                  <a:cubicBezTo>
                    <a:pt x="44831" y="12065"/>
                    <a:pt x="41402" y="11430"/>
                    <a:pt x="37846" y="11430"/>
                  </a:cubicBezTo>
                  <a:cubicBezTo>
                    <a:pt x="34290" y="11430"/>
                    <a:pt x="30988" y="12065"/>
                    <a:pt x="27686" y="13462"/>
                  </a:cubicBezTo>
                  <a:lnTo>
                    <a:pt x="25527" y="8128"/>
                  </a:lnTo>
                  <a:lnTo>
                    <a:pt x="27686" y="13462"/>
                  </a:lnTo>
                  <a:cubicBezTo>
                    <a:pt x="24384" y="14859"/>
                    <a:pt x="21590" y="16764"/>
                    <a:pt x="19177" y="19177"/>
                  </a:cubicBezTo>
                  <a:cubicBezTo>
                    <a:pt x="16637" y="21717"/>
                    <a:pt x="14732" y="24511"/>
                    <a:pt x="13462" y="27686"/>
                  </a:cubicBezTo>
                  <a:cubicBezTo>
                    <a:pt x="12065" y="30861"/>
                    <a:pt x="11430" y="34290"/>
                    <a:pt x="11430" y="37719"/>
                  </a:cubicBezTo>
                  <a:cubicBezTo>
                    <a:pt x="11430" y="41148"/>
                    <a:pt x="12065" y="44577"/>
                    <a:pt x="13462" y="47752"/>
                  </a:cubicBezTo>
                  <a:cubicBezTo>
                    <a:pt x="14859" y="50927"/>
                    <a:pt x="16637" y="53848"/>
                    <a:pt x="19177" y="56261"/>
                  </a:cubicBezTo>
                  <a:cubicBezTo>
                    <a:pt x="21590" y="58801"/>
                    <a:pt x="24511" y="60579"/>
                    <a:pt x="27686" y="61976"/>
                  </a:cubicBezTo>
                  <a:cubicBezTo>
                    <a:pt x="30861" y="63373"/>
                    <a:pt x="34290" y="64008"/>
                    <a:pt x="37719" y="64008"/>
                  </a:cubicBezTo>
                  <a:cubicBezTo>
                    <a:pt x="41148" y="64008"/>
                    <a:pt x="44577" y="63373"/>
                    <a:pt x="47752" y="61976"/>
                  </a:cubicBezTo>
                  <a:cubicBezTo>
                    <a:pt x="50927" y="60579"/>
                    <a:pt x="53848" y="58801"/>
                    <a:pt x="56261" y="56261"/>
                  </a:cubicBezTo>
                  <a:cubicBezTo>
                    <a:pt x="58674" y="53848"/>
                    <a:pt x="60579" y="50927"/>
                    <a:pt x="61976" y="47752"/>
                  </a:cubicBezTo>
                  <a:lnTo>
                    <a:pt x="67310" y="49911"/>
                  </a:lnTo>
                  <a:lnTo>
                    <a:pt x="61976" y="47752"/>
                  </a:lnTo>
                  <a:cubicBezTo>
                    <a:pt x="63373" y="44577"/>
                    <a:pt x="64008" y="41148"/>
                    <a:pt x="64008" y="37592"/>
                  </a:cubicBezTo>
                  <a:close/>
                </a:path>
              </a:pathLst>
            </a:custGeom>
            <a:solidFill>
              <a:srgbClr val="272525"/>
            </a:solidFill>
          </p:spPr>
        </p:sp>
        <p:sp>
          <p:nvSpPr>
            <p:cNvPr name="Freeform 15" id="15"/>
            <p:cNvSpPr/>
            <p:nvPr/>
          </p:nvSpPr>
          <p:spPr>
            <a:xfrm flipH="false" flipV="false" rot="0">
              <a:off x="3086735" y="3361563"/>
              <a:ext cx="199771" cy="11557"/>
            </a:xfrm>
            <a:custGeom>
              <a:avLst/>
              <a:gdLst/>
              <a:ahLst/>
              <a:cxnLst/>
              <a:rect r="r" b="b" t="t" l="l"/>
              <a:pathLst>
                <a:path h="11557" w="199771">
                  <a:moveTo>
                    <a:pt x="194056" y="11430"/>
                  </a:moveTo>
                  <a:lnTo>
                    <a:pt x="5715" y="11557"/>
                  </a:lnTo>
                  <a:cubicBezTo>
                    <a:pt x="2540" y="11557"/>
                    <a:pt x="0" y="9017"/>
                    <a:pt x="0" y="5842"/>
                  </a:cubicBezTo>
                  <a:cubicBezTo>
                    <a:pt x="0" y="2667"/>
                    <a:pt x="2540" y="127"/>
                    <a:pt x="5715" y="127"/>
                  </a:cubicBezTo>
                  <a:lnTo>
                    <a:pt x="194056" y="0"/>
                  </a:lnTo>
                  <a:cubicBezTo>
                    <a:pt x="197231" y="0"/>
                    <a:pt x="199771" y="2540"/>
                    <a:pt x="199771" y="5715"/>
                  </a:cubicBezTo>
                  <a:cubicBezTo>
                    <a:pt x="199771" y="8890"/>
                    <a:pt x="197231" y="11430"/>
                    <a:pt x="194056" y="11430"/>
                  </a:cubicBezTo>
                  <a:close/>
                </a:path>
              </a:pathLst>
            </a:custGeom>
            <a:solidFill>
              <a:srgbClr val="272525"/>
            </a:solidFill>
          </p:spPr>
        </p:sp>
        <p:sp>
          <p:nvSpPr>
            <p:cNvPr name="Freeform 16" id="16"/>
            <p:cNvSpPr/>
            <p:nvPr/>
          </p:nvSpPr>
          <p:spPr>
            <a:xfrm flipH="false" flipV="false" rot="0">
              <a:off x="3086862" y="3361563"/>
              <a:ext cx="11430" cy="147193"/>
            </a:xfrm>
            <a:custGeom>
              <a:avLst/>
              <a:gdLst/>
              <a:ahLst/>
              <a:cxnLst/>
              <a:rect r="r" b="b" t="t" l="l"/>
              <a:pathLst>
                <a:path h="147193" w="11430">
                  <a:moveTo>
                    <a:pt x="11430" y="5715"/>
                  </a:moveTo>
                  <a:lnTo>
                    <a:pt x="11430" y="141478"/>
                  </a:lnTo>
                  <a:cubicBezTo>
                    <a:pt x="11430" y="144653"/>
                    <a:pt x="8890" y="147193"/>
                    <a:pt x="5715" y="147193"/>
                  </a:cubicBezTo>
                  <a:cubicBezTo>
                    <a:pt x="2540" y="147193"/>
                    <a:pt x="0" y="144653"/>
                    <a:pt x="0" y="141478"/>
                  </a:cubicBezTo>
                  <a:lnTo>
                    <a:pt x="0" y="5715"/>
                  </a:lnTo>
                  <a:cubicBezTo>
                    <a:pt x="0" y="2540"/>
                    <a:pt x="2540" y="0"/>
                    <a:pt x="5715" y="0"/>
                  </a:cubicBezTo>
                  <a:cubicBezTo>
                    <a:pt x="8890" y="0"/>
                    <a:pt x="11430" y="2540"/>
                    <a:pt x="11430" y="5715"/>
                  </a:cubicBezTo>
                  <a:close/>
                </a:path>
              </a:pathLst>
            </a:custGeom>
            <a:solidFill>
              <a:srgbClr val="272525"/>
            </a:solidFill>
          </p:spPr>
        </p:sp>
        <p:sp>
          <p:nvSpPr>
            <p:cNvPr name="Freeform 17" id="17"/>
            <p:cNvSpPr/>
            <p:nvPr/>
          </p:nvSpPr>
          <p:spPr>
            <a:xfrm flipH="false" flipV="false" rot="0">
              <a:off x="3086735" y="3497199"/>
              <a:ext cx="84455" cy="11684"/>
            </a:xfrm>
            <a:custGeom>
              <a:avLst/>
              <a:gdLst/>
              <a:ahLst/>
              <a:cxnLst/>
              <a:rect r="r" b="b" t="t" l="l"/>
              <a:pathLst>
                <a:path h="11684" w="84455">
                  <a:moveTo>
                    <a:pt x="78613" y="11684"/>
                  </a:moveTo>
                  <a:lnTo>
                    <a:pt x="5715" y="11557"/>
                  </a:lnTo>
                  <a:cubicBezTo>
                    <a:pt x="2540" y="11557"/>
                    <a:pt x="0" y="9017"/>
                    <a:pt x="0" y="5715"/>
                  </a:cubicBezTo>
                  <a:cubicBezTo>
                    <a:pt x="0" y="2413"/>
                    <a:pt x="2540" y="0"/>
                    <a:pt x="5842" y="0"/>
                  </a:cubicBezTo>
                  <a:lnTo>
                    <a:pt x="78740" y="127"/>
                  </a:lnTo>
                  <a:cubicBezTo>
                    <a:pt x="81915" y="127"/>
                    <a:pt x="84455" y="2667"/>
                    <a:pt x="84455" y="5969"/>
                  </a:cubicBezTo>
                  <a:cubicBezTo>
                    <a:pt x="84455" y="9271"/>
                    <a:pt x="81915" y="11684"/>
                    <a:pt x="78613" y="11684"/>
                  </a:cubicBezTo>
                  <a:close/>
                </a:path>
              </a:pathLst>
            </a:custGeom>
            <a:solidFill>
              <a:srgbClr val="272525"/>
            </a:solidFill>
          </p:spPr>
        </p:sp>
        <p:sp>
          <p:nvSpPr>
            <p:cNvPr name="Freeform 18" id="18"/>
            <p:cNvSpPr/>
            <p:nvPr/>
          </p:nvSpPr>
          <p:spPr>
            <a:xfrm flipH="false" flipV="false" rot="0">
              <a:off x="3275076" y="3361432"/>
              <a:ext cx="11557" cy="38744"/>
            </a:xfrm>
            <a:custGeom>
              <a:avLst/>
              <a:gdLst/>
              <a:ahLst/>
              <a:cxnLst/>
              <a:rect r="r" b="b" t="t" l="l"/>
              <a:pathLst>
                <a:path h="38744" w="11557">
                  <a:moveTo>
                    <a:pt x="11557" y="5719"/>
                  </a:moveTo>
                  <a:lnTo>
                    <a:pt x="11557" y="32897"/>
                  </a:lnTo>
                  <a:cubicBezTo>
                    <a:pt x="11557" y="36072"/>
                    <a:pt x="9017" y="38612"/>
                    <a:pt x="5842" y="38739"/>
                  </a:cubicBezTo>
                  <a:cubicBezTo>
                    <a:pt x="2667" y="38866"/>
                    <a:pt x="127" y="36199"/>
                    <a:pt x="0" y="33024"/>
                  </a:cubicBezTo>
                  <a:lnTo>
                    <a:pt x="0" y="5846"/>
                  </a:lnTo>
                  <a:cubicBezTo>
                    <a:pt x="0" y="2671"/>
                    <a:pt x="2540" y="131"/>
                    <a:pt x="5715" y="4"/>
                  </a:cubicBezTo>
                  <a:cubicBezTo>
                    <a:pt x="8890" y="-123"/>
                    <a:pt x="11430" y="2544"/>
                    <a:pt x="11557" y="5719"/>
                  </a:cubicBezTo>
                  <a:close/>
                </a:path>
              </a:pathLst>
            </a:custGeom>
            <a:solidFill>
              <a:srgbClr val="272525"/>
            </a:solidFill>
          </p:spPr>
        </p:sp>
        <p:sp>
          <p:nvSpPr>
            <p:cNvPr name="Freeform 19" id="19"/>
            <p:cNvSpPr/>
            <p:nvPr/>
          </p:nvSpPr>
          <p:spPr>
            <a:xfrm flipH="false" flipV="false" rot="0">
              <a:off x="3158283" y="3454828"/>
              <a:ext cx="39656" cy="38895"/>
            </a:xfrm>
            <a:custGeom>
              <a:avLst/>
              <a:gdLst/>
              <a:ahLst/>
              <a:cxnLst/>
              <a:rect r="r" b="b" t="t" l="l"/>
              <a:pathLst>
                <a:path h="38895" w="39656">
                  <a:moveTo>
                    <a:pt x="9732" y="1604"/>
                  </a:moveTo>
                  <a:lnTo>
                    <a:pt x="37926" y="29036"/>
                  </a:lnTo>
                  <a:cubicBezTo>
                    <a:pt x="40212" y="31322"/>
                    <a:pt x="40212" y="34878"/>
                    <a:pt x="38053" y="37164"/>
                  </a:cubicBezTo>
                  <a:cubicBezTo>
                    <a:pt x="35894" y="39450"/>
                    <a:pt x="32211" y="39450"/>
                    <a:pt x="29925" y="37291"/>
                  </a:cubicBezTo>
                  <a:lnTo>
                    <a:pt x="1731" y="9859"/>
                  </a:lnTo>
                  <a:cubicBezTo>
                    <a:pt x="-555" y="7573"/>
                    <a:pt x="-555" y="4017"/>
                    <a:pt x="1604" y="1731"/>
                  </a:cubicBezTo>
                  <a:cubicBezTo>
                    <a:pt x="3763" y="-555"/>
                    <a:pt x="7446" y="-555"/>
                    <a:pt x="9732" y="1604"/>
                  </a:cubicBezTo>
                  <a:close/>
                </a:path>
              </a:pathLst>
            </a:custGeom>
            <a:solidFill>
              <a:srgbClr val="272525"/>
            </a:solidFill>
          </p:spPr>
        </p:sp>
        <p:sp>
          <p:nvSpPr>
            <p:cNvPr name="Freeform 20" id="20"/>
            <p:cNvSpPr/>
            <p:nvPr/>
          </p:nvSpPr>
          <p:spPr>
            <a:xfrm flipH="false" flipV="false" rot="0">
              <a:off x="3247771" y="3526917"/>
              <a:ext cx="11430" cy="49022"/>
            </a:xfrm>
            <a:custGeom>
              <a:avLst/>
              <a:gdLst/>
              <a:ahLst/>
              <a:cxnLst/>
              <a:rect r="r" b="b" t="t" l="l"/>
              <a:pathLst>
                <a:path h="49022" w="11430">
                  <a:moveTo>
                    <a:pt x="0" y="43307"/>
                  </a:moveTo>
                  <a:lnTo>
                    <a:pt x="0" y="5715"/>
                  </a:lnTo>
                  <a:cubicBezTo>
                    <a:pt x="0" y="2540"/>
                    <a:pt x="2540" y="0"/>
                    <a:pt x="5715" y="0"/>
                  </a:cubicBezTo>
                  <a:cubicBezTo>
                    <a:pt x="8890" y="0"/>
                    <a:pt x="11430" y="2540"/>
                    <a:pt x="11430" y="5715"/>
                  </a:cubicBezTo>
                  <a:lnTo>
                    <a:pt x="11430" y="43307"/>
                  </a:lnTo>
                  <a:cubicBezTo>
                    <a:pt x="11430" y="46482"/>
                    <a:pt x="8890" y="49022"/>
                    <a:pt x="5715" y="49022"/>
                  </a:cubicBezTo>
                  <a:cubicBezTo>
                    <a:pt x="2540" y="49022"/>
                    <a:pt x="0" y="46482"/>
                    <a:pt x="0" y="43307"/>
                  </a:cubicBezTo>
                  <a:close/>
                </a:path>
              </a:pathLst>
            </a:custGeom>
            <a:solidFill>
              <a:srgbClr val="272525"/>
            </a:solidFill>
          </p:spPr>
        </p:sp>
        <p:sp>
          <p:nvSpPr>
            <p:cNvPr name="Freeform 21" id="21"/>
            <p:cNvSpPr/>
            <p:nvPr/>
          </p:nvSpPr>
          <p:spPr>
            <a:xfrm flipH="false" flipV="false" rot="0">
              <a:off x="3275838" y="3485007"/>
              <a:ext cx="28575" cy="11811"/>
            </a:xfrm>
            <a:custGeom>
              <a:avLst/>
              <a:gdLst/>
              <a:ahLst/>
              <a:cxnLst/>
              <a:rect r="r" b="b" t="t" l="l"/>
              <a:pathLst>
                <a:path h="11811" w="28575">
                  <a:moveTo>
                    <a:pt x="5842" y="0"/>
                  </a:moveTo>
                  <a:lnTo>
                    <a:pt x="22860" y="254"/>
                  </a:lnTo>
                  <a:cubicBezTo>
                    <a:pt x="26035" y="254"/>
                    <a:pt x="28575" y="2921"/>
                    <a:pt x="28575" y="6096"/>
                  </a:cubicBezTo>
                  <a:cubicBezTo>
                    <a:pt x="28575" y="9271"/>
                    <a:pt x="25908" y="11811"/>
                    <a:pt x="22733" y="11811"/>
                  </a:cubicBezTo>
                  <a:lnTo>
                    <a:pt x="5715" y="11557"/>
                  </a:lnTo>
                  <a:cubicBezTo>
                    <a:pt x="2540" y="11557"/>
                    <a:pt x="0" y="8890"/>
                    <a:pt x="0" y="5715"/>
                  </a:cubicBezTo>
                  <a:cubicBezTo>
                    <a:pt x="0" y="2540"/>
                    <a:pt x="2667" y="0"/>
                    <a:pt x="5842" y="0"/>
                  </a:cubicBezTo>
                  <a:close/>
                </a:path>
              </a:pathLst>
            </a:custGeom>
            <a:solidFill>
              <a:srgbClr val="272525"/>
            </a:solidFill>
          </p:spPr>
        </p:sp>
        <p:sp>
          <p:nvSpPr>
            <p:cNvPr name="Freeform 22" id="22"/>
            <p:cNvSpPr/>
            <p:nvPr/>
          </p:nvSpPr>
          <p:spPr>
            <a:xfrm flipH="false" flipV="false" rot="0">
              <a:off x="3319907" y="3532378"/>
              <a:ext cx="11430" cy="43561"/>
            </a:xfrm>
            <a:custGeom>
              <a:avLst/>
              <a:gdLst/>
              <a:ahLst/>
              <a:cxnLst/>
              <a:rect r="r" b="b" t="t" l="l"/>
              <a:pathLst>
                <a:path h="43561" w="11430">
                  <a:moveTo>
                    <a:pt x="0" y="37846"/>
                  </a:moveTo>
                  <a:lnTo>
                    <a:pt x="0" y="5715"/>
                  </a:lnTo>
                  <a:cubicBezTo>
                    <a:pt x="0" y="2540"/>
                    <a:pt x="2540" y="0"/>
                    <a:pt x="5715" y="0"/>
                  </a:cubicBezTo>
                  <a:cubicBezTo>
                    <a:pt x="8890" y="0"/>
                    <a:pt x="11430" y="2540"/>
                    <a:pt x="11430" y="5715"/>
                  </a:cubicBezTo>
                  <a:lnTo>
                    <a:pt x="11430" y="37846"/>
                  </a:lnTo>
                  <a:cubicBezTo>
                    <a:pt x="11430" y="41021"/>
                    <a:pt x="8890" y="43561"/>
                    <a:pt x="5715" y="43561"/>
                  </a:cubicBezTo>
                  <a:cubicBezTo>
                    <a:pt x="2540" y="43561"/>
                    <a:pt x="0" y="41021"/>
                    <a:pt x="0" y="37846"/>
                  </a:cubicBezTo>
                  <a:close/>
                </a:path>
              </a:pathLst>
            </a:custGeom>
            <a:solidFill>
              <a:srgbClr val="272525"/>
            </a:solidFill>
          </p:spPr>
        </p:sp>
        <p:sp>
          <p:nvSpPr>
            <p:cNvPr name="Freeform 23" id="23"/>
            <p:cNvSpPr/>
            <p:nvPr/>
          </p:nvSpPr>
          <p:spPr>
            <a:xfrm flipH="false" flipV="false" rot="0">
              <a:off x="3184699" y="3505882"/>
              <a:ext cx="35719" cy="35084"/>
            </a:xfrm>
            <a:custGeom>
              <a:avLst/>
              <a:gdLst/>
              <a:ahLst/>
              <a:cxnLst/>
              <a:rect r="r" b="b" t="t" l="l"/>
              <a:pathLst>
                <a:path h="35084" w="35719">
                  <a:moveTo>
                    <a:pt x="25988" y="33481"/>
                  </a:moveTo>
                  <a:lnTo>
                    <a:pt x="1731" y="9859"/>
                  </a:lnTo>
                  <a:cubicBezTo>
                    <a:pt x="-555" y="7573"/>
                    <a:pt x="-555" y="4017"/>
                    <a:pt x="1604" y="1731"/>
                  </a:cubicBezTo>
                  <a:cubicBezTo>
                    <a:pt x="3763" y="-555"/>
                    <a:pt x="7446" y="-555"/>
                    <a:pt x="9732" y="1604"/>
                  </a:cubicBezTo>
                  <a:lnTo>
                    <a:pt x="33989" y="25226"/>
                  </a:lnTo>
                  <a:cubicBezTo>
                    <a:pt x="36275" y="27512"/>
                    <a:pt x="36275" y="31068"/>
                    <a:pt x="34116" y="33354"/>
                  </a:cubicBezTo>
                  <a:cubicBezTo>
                    <a:pt x="31957" y="35640"/>
                    <a:pt x="28274" y="35640"/>
                    <a:pt x="25988" y="33481"/>
                  </a:cubicBezTo>
                  <a:close/>
                </a:path>
              </a:pathLst>
            </a:custGeom>
            <a:solidFill>
              <a:srgbClr val="272525"/>
            </a:solidFill>
          </p:spPr>
        </p:sp>
        <p:sp>
          <p:nvSpPr>
            <p:cNvPr name="Freeform 24" id="24"/>
            <p:cNvSpPr/>
            <p:nvPr/>
          </p:nvSpPr>
          <p:spPr>
            <a:xfrm flipH="false" flipV="false" rot="0">
              <a:off x="3179302" y="3482777"/>
              <a:ext cx="18431" cy="34625"/>
            </a:xfrm>
            <a:custGeom>
              <a:avLst/>
              <a:gdLst/>
              <a:ahLst/>
              <a:cxnLst/>
              <a:rect r="r" b="b" t="t" l="l"/>
              <a:pathLst>
                <a:path h="34625" w="18431">
                  <a:moveTo>
                    <a:pt x="7890" y="33345"/>
                  </a:moveTo>
                  <a:cubicBezTo>
                    <a:pt x="5223" y="31440"/>
                    <a:pt x="3191" y="28900"/>
                    <a:pt x="1921" y="25979"/>
                  </a:cubicBezTo>
                  <a:lnTo>
                    <a:pt x="7128" y="23566"/>
                  </a:lnTo>
                  <a:lnTo>
                    <a:pt x="1921" y="26106"/>
                  </a:lnTo>
                  <a:cubicBezTo>
                    <a:pt x="524" y="23185"/>
                    <a:pt x="-111" y="20010"/>
                    <a:pt x="16" y="16708"/>
                  </a:cubicBezTo>
                  <a:cubicBezTo>
                    <a:pt x="143" y="13406"/>
                    <a:pt x="1159" y="10358"/>
                    <a:pt x="2810" y="7564"/>
                  </a:cubicBezTo>
                  <a:lnTo>
                    <a:pt x="7763" y="10485"/>
                  </a:lnTo>
                  <a:lnTo>
                    <a:pt x="2810" y="7564"/>
                  </a:lnTo>
                  <a:cubicBezTo>
                    <a:pt x="4461" y="4770"/>
                    <a:pt x="6747" y="2484"/>
                    <a:pt x="9541" y="833"/>
                  </a:cubicBezTo>
                  <a:cubicBezTo>
                    <a:pt x="12335" y="-818"/>
                    <a:pt x="15764" y="71"/>
                    <a:pt x="17542" y="2738"/>
                  </a:cubicBezTo>
                  <a:cubicBezTo>
                    <a:pt x="19320" y="5405"/>
                    <a:pt x="18304" y="8961"/>
                    <a:pt x="15637" y="10739"/>
                  </a:cubicBezTo>
                  <a:cubicBezTo>
                    <a:pt x="14494" y="11501"/>
                    <a:pt x="13605" y="12390"/>
                    <a:pt x="12843" y="13533"/>
                  </a:cubicBezTo>
                  <a:cubicBezTo>
                    <a:pt x="12081" y="14676"/>
                    <a:pt x="11827" y="15946"/>
                    <a:pt x="11700" y="17343"/>
                  </a:cubicBezTo>
                  <a:lnTo>
                    <a:pt x="5985" y="17089"/>
                  </a:lnTo>
                  <a:lnTo>
                    <a:pt x="11700" y="17343"/>
                  </a:lnTo>
                  <a:cubicBezTo>
                    <a:pt x="11700" y="18740"/>
                    <a:pt x="11954" y="20010"/>
                    <a:pt x="12462" y="21153"/>
                  </a:cubicBezTo>
                  <a:cubicBezTo>
                    <a:pt x="12970" y="22423"/>
                    <a:pt x="13859" y="23312"/>
                    <a:pt x="15002" y="24201"/>
                  </a:cubicBezTo>
                  <a:cubicBezTo>
                    <a:pt x="17542" y="26106"/>
                    <a:pt x="18050" y="29789"/>
                    <a:pt x="16145" y="32329"/>
                  </a:cubicBezTo>
                  <a:cubicBezTo>
                    <a:pt x="14240" y="34869"/>
                    <a:pt x="10557" y="35377"/>
                    <a:pt x="8017" y="33472"/>
                  </a:cubicBezTo>
                  <a:close/>
                </a:path>
              </a:pathLst>
            </a:custGeom>
            <a:solidFill>
              <a:srgbClr val="272525"/>
            </a:solidFill>
          </p:spPr>
        </p:sp>
        <p:sp>
          <p:nvSpPr>
            <p:cNvPr name="Freeform 25" id="25"/>
            <p:cNvSpPr/>
            <p:nvPr/>
          </p:nvSpPr>
          <p:spPr>
            <a:xfrm flipH="false" flipV="false" rot="0">
              <a:off x="3343910" y="3533775"/>
              <a:ext cx="11430" cy="41783"/>
            </a:xfrm>
            <a:custGeom>
              <a:avLst/>
              <a:gdLst/>
              <a:ahLst/>
              <a:cxnLst/>
              <a:rect r="r" b="b" t="t" l="l"/>
              <a:pathLst>
                <a:path h="41783" w="11430">
                  <a:moveTo>
                    <a:pt x="11430" y="5715"/>
                  </a:moveTo>
                  <a:lnTo>
                    <a:pt x="11430" y="36068"/>
                  </a:lnTo>
                  <a:cubicBezTo>
                    <a:pt x="11430" y="39243"/>
                    <a:pt x="8890" y="41783"/>
                    <a:pt x="5715" y="41783"/>
                  </a:cubicBezTo>
                  <a:cubicBezTo>
                    <a:pt x="2540" y="41783"/>
                    <a:pt x="0" y="39243"/>
                    <a:pt x="0" y="36068"/>
                  </a:cubicBezTo>
                  <a:lnTo>
                    <a:pt x="0" y="5715"/>
                  </a:lnTo>
                  <a:cubicBezTo>
                    <a:pt x="0" y="2540"/>
                    <a:pt x="2540" y="0"/>
                    <a:pt x="5715" y="0"/>
                  </a:cubicBezTo>
                  <a:cubicBezTo>
                    <a:pt x="8890" y="0"/>
                    <a:pt x="11430" y="2540"/>
                    <a:pt x="11430" y="5715"/>
                  </a:cubicBezTo>
                  <a:close/>
                </a:path>
              </a:pathLst>
            </a:custGeom>
            <a:solidFill>
              <a:srgbClr val="272525"/>
            </a:solidFill>
          </p:spPr>
        </p:sp>
        <p:sp>
          <p:nvSpPr>
            <p:cNvPr name="Freeform 26" id="26"/>
            <p:cNvSpPr/>
            <p:nvPr/>
          </p:nvSpPr>
          <p:spPr>
            <a:xfrm flipH="false" flipV="false" rot="0">
              <a:off x="5778500" y="3121025"/>
              <a:ext cx="5114925" cy="685800"/>
            </a:xfrm>
            <a:custGeom>
              <a:avLst/>
              <a:gdLst/>
              <a:ahLst/>
              <a:cxnLst/>
              <a:rect r="r" b="b" t="t" l="l"/>
              <a:pathLst>
                <a:path h="685800" w="5114925">
                  <a:moveTo>
                    <a:pt x="4943475" y="0"/>
                  </a:moveTo>
                  <a:lnTo>
                    <a:pt x="5114925" y="342900"/>
                  </a:lnTo>
                  <a:lnTo>
                    <a:pt x="4943475" y="685800"/>
                  </a:lnTo>
                  <a:lnTo>
                    <a:pt x="0" y="685800"/>
                  </a:lnTo>
                  <a:lnTo>
                    <a:pt x="171450" y="342900"/>
                  </a:lnTo>
                  <a:lnTo>
                    <a:pt x="0" y="0"/>
                  </a:lnTo>
                  <a:lnTo>
                    <a:pt x="4943475" y="0"/>
                  </a:lnTo>
                </a:path>
              </a:pathLst>
            </a:custGeom>
            <a:solidFill>
              <a:srgbClr val="CCEEFF"/>
            </a:solidFill>
          </p:spPr>
        </p:sp>
        <p:sp>
          <p:nvSpPr>
            <p:cNvPr name="Freeform 27" id="27"/>
            <p:cNvSpPr/>
            <p:nvPr/>
          </p:nvSpPr>
          <p:spPr>
            <a:xfrm flipH="false" flipV="false" rot="0">
              <a:off x="5773079" y="3115691"/>
              <a:ext cx="5125743" cy="696468"/>
            </a:xfrm>
            <a:custGeom>
              <a:avLst/>
              <a:gdLst/>
              <a:ahLst/>
              <a:cxnLst/>
              <a:rect r="r" b="b" t="t" l="l"/>
              <a:pathLst>
                <a:path h="696468" w="5125743">
                  <a:moveTo>
                    <a:pt x="4953722" y="2921"/>
                  </a:moveTo>
                  <a:lnTo>
                    <a:pt x="5125172" y="345821"/>
                  </a:lnTo>
                  <a:cubicBezTo>
                    <a:pt x="5125934" y="347345"/>
                    <a:pt x="5125934" y="349123"/>
                    <a:pt x="5125172" y="350647"/>
                  </a:cubicBezTo>
                  <a:lnTo>
                    <a:pt x="4953722" y="693547"/>
                  </a:lnTo>
                  <a:cubicBezTo>
                    <a:pt x="4952833" y="695325"/>
                    <a:pt x="4950928" y="696468"/>
                    <a:pt x="4948896" y="696468"/>
                  </a:cubicBezTo>
                  <a:lnTo>
                    <a:pt x="5421" y="696468"/>
                  </a:lnTo>
                  <a:cubicBezTo>
                    <a:pt x="3516" y="696468"/>
                    <a:pt x="1865" y="695452"/>
                    <a:pt x="849" y="693928"/>
                  </a:cubicBezTo>
                  <a:cubicBezTo>
                    <a:pt x="-167" y="692404"/>
                    <a:pt x="-167" y="690372"/>
                    <a:pt x="595" y="688721"/>
                  </a:cubicBezTo>
                  <a:lnTo>
                    <a:pt x="172045" y="345821"/>
                  </a:lnTo>
                  <a:lnTo>
                    <a:pt x="176871" y="348234"/>
                  </a:lnTo>
                  <a:lnTo>
                    <a:pt x="172045" y="350647"/>
                  </a:lnTo>
                  <a:lnTo>
                    <a:pt x="595" y="7747"/>
                  </a:lnTo>
                  <a:cubicBezTo>
                    <a:pt x="-294" y="6096"/>
                    <a:pt x="-167" y="4064"/>
                    <a:pt x="849" y="2540"/>
                  </a:cubicBezTo>
                  <a:cubicBezTo>
                    <a:pt x="1865" y="1016"/>
                    <a:pt x="3516" y="0"/>
                    <a:pt x="5421" y="0"/>
                  </a:cubicBezTo>
                  <a:lnTo>
                    <a:pt x="4948896" y="0"/>
                  </a:lnTo>
                  <a:cubicBezTo>
                    <a:pt x="4950928" y="0"/>
                    <a:pt x="4952833" y="1143"/>
                    <a:pt x="4953722" y="2921"/>
                  </a:cubicBezTo>
                  <a:moveTo>
                    <a:pt x="4944197" y="7747"/>
                  </a:moveTo>
                  <a:lnTo>
                    <a:pt x="4949023" y="5334"/>
                  </a:lnTo>
                  <a:lnTo>
                    <a:pt x="4949023" y="10668"/>
                  </a:lnTo>
                  <a:lnTo>
                    <a:pt x="5421" y="10668"/>
                  </a:lnTo>
                  <a:lnTo>
                    <a:pt x="5421" y="5334"/>
                  </a:lnTo>
                  <a:lnTo>
                    <a:pt x="10247" y="2921"/>
                  </a:lnTo>
                  <a:lnTo>
                    <a:pt x="181697" y="345821"/>
                  </a:lnTo>
                  <a:cubicBezTo>
                    <a:pt x="182459" y="347345"/>
                    <a:pt x="182459" y="349123"/>
                    <a:pt x="181697" y="350647"/>
                  </a:cubicBezTo>
                  <a:lnTo>
                    <a:pt x="10247" y="693547"/>
                  </a:lnTo>
                  <a:lnTo>
                    <a:pt x="5421" y="691134"/>
                  </a:lnTo>
                  <a:lnTo>
                    <a:pt x="5421" y="685800"/>
                  </a:lnTo>
                  <a:lnTo>
                    <a:pt x="4948896" y="685800"/>
                  </a:lnTo>
                  <a:lnTo>
                    <a:pt x="4948896" y="691134"/>
                  </a:lnTo>
                  <a:lnTo>
                    <a:pt x="4944070" y="688721"/>
                  </a:lnTo>
                  <a:lnTo>
                    <a:pt x="5115520" y="345821"/>
                  </a:lnTo>
                  <a:lnTo>
                    <a:pt x="5120346" y="348234"/>
                  </a:lnTo>
                  <a:lnTo>
                    <a:pt x="5115520" y="350647"/>
                  </a:lnTo>
                  <a:lnTo>
                    <a:pt x="4944070" y="7747"/>
                  </a:lnTo>
                  <a:close/>
                </a:path>
              </a:pathLst>
            </a:custGeom>
            <a:solidFill>
              <a:srgbClr val="B2D4E5"/>
            </a:solidFill>
          </p:spPr>
        </p:sp>
        <p:sp>
          <p:nvSpPr>
            <p:cNvPr name="Freeform 28" id="28"/>
            <p:cNvSpPr/>
            <p:nvPr/>
          </p:nvSpPr>
          <p:spPr>
            <a:xfrm flipH="false" flipV="false" rot="0">
              <a:off x="8219197" y="3574542"/>
              <a:ext cx="68686" cy="28184"/>
            </a:xfrm>
            <a:custGeom>
              <a:avLst/>
              <a:gdLst/>
              <a:ahLst/>
              <a:cxnLst/>
              <a:rect r="r" b="b" t="t" l="l"/>
              <a:pathLst>
                <a:path h="28184" w="68686">
                  <a:moveTo>
                    <a:pt x="116" y="21209"/>
                  </a:moveTo>
                  <a:cubicBezTo>
                    <a:pt x="1005" y="17018"/>
                    <a:pt x="2656" y="12954"/>
                    <a:pt x="4942" y="9398"/>
                  </a:cubicBezTo>
                  <a:cubicBezTo>
                    <a:pt x="5196" y="9144"/>
                    <a:pt x="5323" y="8763"/>
                    <a:pt x="5577" y="8509"/>
                  </a:cubicBezTo>
                  <a:cubicBezTo>
                    <a:pt x="8498" y="5461"/>
                    <a:pt x="12054" y="3048"/>
                    <a:pt x="15991" y="1397"/>
                  </a:cubicBezTo>
                  <a:cubicBezTo>
                    <a:pt x="16245" y="1270"/>
                    <a:pt x="16626" y="1143"/>
                    <a:pt x="16880" y="1143"/>
                  </a:cubicBezTo>
                  <a:cubicBezTo>
                    <a:pt x="21325" y="127"/>
                    <a:pt x="25516" y="0"/>
                    <a:pt x="44693" y="0"/>
                  </a:cubicBezTo>
                  <a:cubicBezTo>
                    <a:pt x="44947" y="0"/>
                    <a:pt x="45201" y="0"/>
                    <a:pt x="45328" y="0"/>
                  </a:cubicBezTo>
                  <a:cubicBezTo>
                    <a:pt x="48757" y="381"/>
                    <a:pt x="53329" y="1651"/>
                    <a:pt x="55869" y="2921"/>
                  </a:cubicBezTo>
                  <a:cubicBezTo>
                    <a:pt x="56123" y="3048"/>
                    <a:pt x="56250" y="3175"/>
                    <a:pt x="56504" y="3302"/>
                  </a:cubicBezTo>
                  <a:cubicBezTo>
                    <a:pt x="58917" y="4826"/>
                    <a:pt x="61330" y="6731"/>
                    <a:pt x="63362" y="8890"/>
                  </a:cubicBezTo>
                  <a:cubicBezTo>
                    <a:pt x="63489" y="9017"/>
                    <a:pt x="63743" y="9271"/>
                    <a:pt x="63870" y="9525"/>
                  </a:cubicBezTo>
                  <a:cubicBezTo>
                    <a:pt x="65521" y="11811"/>
                    <a:pt x="66791" y="14224"/>
                    <a:pt x="67680" y="16764"/>
                  </a:cubicBezTo>
                  <a:cubicBezTo>
                    <a:pt x="67807" y="17018"/>
                    <a:pt x="67807" y="17272"/>
                    <a:pt x="67934" y="17526"/>
                  </a:cubicBezTo>
                  <a:lnTo>
                    <a:pt x="68569" y="20828"/>
                  </a:lnTo>
                  <a:cubicBezTo>
                    <a:pt x="69204" y="23876"/>
                    <a:pt x="67172" y="26924"/>
                    <a:pt x="64124" y="27559"/>
                  </a:cubicBezTo>
                  <a:cubicBezTo>
                    <a:pt x="61076" y="28194"/>
                    <a:pt x="58028" y="26162"/>
                    <a:pt x="57393" y="23114"/>
                  </a:cubicBezTo>
                  <a:lnTo>
                    <a:pt x="56758" y="19812"/>
                  </a:lnTo>
                  <a:lnTo>
                    <a:pt x="62346" y="18669"/>
                  </a:lnTo>
                  <a:lnTo>
                    <a:pt x="57012" y="20574"/>
                  </a:lnTo>
                  <a:cubicBezTo>
                    <a:pt x="56504" y="19050"/>
                    <a:pt x="55742" y="17526"/>
                    <a:pt x="54599" y="16002"/>
                  </a:cubicBezTo>
                  <a:lnTo>
                    <a:pt x="59298" y="12700"/>
                  </a:lnTo>
                  <a:lnTo>
                    <a:pt x="55107" y="16510"/>
                  </a:lnTo>
                  <a:cubicBezTo>
                    <a:pt x="53837" y="15113"/>
                    <a:pt x="52313" y="13843"/>
                    <a:pt x="50662" y="12827"/>
                  </a:cubicBezTo>
                  <a:lnTo>
                    <a:pt x="53710" y="8001"/>
                  </a:lnTo>
                  <a:lnTo>
                    <a:pt x="51297" y="13208"/>
                  </a:lnTo>
                  <a:cubicBezTo>
                    <a:pt x="49900" y="12573"/>
                    <a:pt x="46598" y="11557"/>
                    <a:pt x="44185" y="11303"/>
                  </a:cubicBezTo>
                  <a:lnTo>
                    <a:pt x="44820" y="5588"/>
                  </a:lnTo>
                  <a:lnTo>
                    <a:pt x="44820" y="11303"/>
                  </a:lnTo>
                  <a:cubicBezTo>
                    <a:pt x="24881" y="11303"/>
                    <a:pt x="22341" y="11557"/>
                    <a:pt x="19547" y="12192"/>
                  </a:cubicBezTo>
                  <a:lnTo>
                    <a:pt x="18277" y="6604"/>
                  </a:lnTo>
                  <a:lnTo>
                    <a:pt x="20563" y="11811"/>
                  </a:lnTo>
                  <a:cubicBezTo>
                    <a:pt x="18023" y="12954"/>
                    <a:pt x="15737" y="14478"/>
                    <a:pt x="13832" y="16383"/>
                  </a:cubicBezTo>
                  <a:lnTo>
                    <a:pt x="9768" y="12446"/>
                  </a:lnTo>
                  <a:lnTo>
                    <a:pt x="14594" y="15621"/>
                  </a:lnTo>
                  <a:cubicBezTo>
                    <a:pt x="13070" y="18034"/>
                    <a:pt x="11927" y="20574"/>
                    <a:pt x="11292" y="23622"/>
                  </a:cubicBezTo>
                  <a:cubicBezTo>
                    <a:pt x="10657" y="26670"/>
                    <a:pt x="7609" y="28702"/>
                    <a:pt x="4561" y="28067"/>
                  </a:cubicBezTo>
                  <a:cubicBezTo>
                    <a:pt x="1513" y="27432"/>
                    <a:pt x="-519" y="24384"/>
                    <a:pt x="116" y="21336"/>
                  </a:cubicBezTo>
                  <a:close/>
                </a:path>
              </a:pathLst>
            </a:custGeom>
            <a:solidFill>
              <a:srgbClr val="272525"/>
            </a:solidFill>
          </p:spPr>
        </p:sp>
        <p:sp>
          <p:nvSpPr>
            <p:cNvPr name="Freeform 29" id="29"/>
            <p:cNvSpPr/>
            <p:nvPr/>
          </p:nvSpPr>
          <p:spPr>
            <a:xfrm flipH="false" flipV="false" rot="0">
              <a:off x="8301438" y="3574542"/>
              <a:ext cx="69206" cy="28238"/>
            </a:xfrm>
            <a:custGeom>
              <a:avLst/>
              <a:gdLst/>
              <a:ahLst/>
              <a:cxnLst/>
              <a:rect r="r" b="b" t="t" l="l"/>
              <a:pathLst>
                <a:path h="28238" w="69206">
                  <a:moveTo>
                    <a:pt x="44" y="21844"/>
                  </a:moveTo>
                  <a:cubicBezTo>
                    <a:pt x="679" y="17526"/>
                    <a:pt x="2330" y="13335"/>
                    <a:pt x="4615" y="9779"/>
                  </a:cubicBezTo>
                  <a:cubicBezTo>
                    <a:pt x="4870" y="9398"/>
                    <a:pt x="5124" y="9144"/>
                    <a:pt x="5377" y="8890"/>
                  </a:cubicBezTo>
                  <a:cubicBezTo>
                    <a:pt x="8680" y="5588"/>
                    <a:pt x="12236" y="3175"/>
                    <a:pt x="16300" y="1397"/>
                  </a:cubicBezTo>
                  <a:cubicBezTo>
                    <a:pt x="16681" y="1270"/>
                    <a:pt x="16935" y="1143"/>
                    <a:pt x="17315" y="1016"/>
                  </a:cubicBezTo>
                  <a:cubicBezTo>
                    <a:pt x="21507" y="127"/>
                    <a:pt x="26079" y="0"/>
                    <a:pt x="46399" y="0"/>
                  </a:cubicBezTo>
                  <a:cubicBezTo>
                    <a:pt x="46780" y="0"/>
                    <a:pt x="47161" y="0"/>
                    <a:pt x="47414" y="127"/>
                  </a:cubicBezTo>
                  <a:cubicBezTo>
                    <a:pt x="51733" y="1016"/>
                    <a:pt x="55288" y="2286"/>
                    <a:pt x="57956" y="3683"/>
                  </a:cubicBezTo>
                  <a:cubicBezTo>
                    <a:pt x="58210" y="3810"/>
                    <a:pt x="58337" y="3937"/>
                    <a:pt x="58590" y="4064"/>
                  </a:cubicBezTo>
                  <a:cubicBezTo>
                    <a:pt x="61004" y="5842"/>
                    <a:pt x="63289" y="8128"/>
                    <a:pt x="65195" y="10541"/>
                  </a:cubicBezTo>
                  <a:cubicBezTo>
                    <a:pt x="65322" y="10795"/>
                    <a:pt x="65449" y="10922"/>
                    <a:pt x="65575" y="11176"/>
                  </a:cubicBezTo>
                  <a:cubicBezTo>
                    <a:pt x="66973" y="13462"/>
                    <a:pt x="67862" y="16002"/>
                    <a:pt x="68624" y="18415"/>
                  </a:cubicBezTo>
                  <a:cubicBezTo>
                    <a:pt x="68624" y="18669"/>
                    <a:pt x="68750" y="18923"/>
                    <a:pt x="68750" y="19050"/>
                  </a:cubicBezTo>
                  <a:lnTo>
                    <a:pt x="69132" y="21336"/>
                  </a:lnTo>
                  <a:cubicBezTo>
                    <a:pt x="69639" y="24384"/>
                    <a:pt x="67481" y="27305"/>
                    <a:pt x="64433" y="27813"/>
                  </a:cubicBezTo>
                  <a:cubicBezTo>
                    <a:pt x="61385" y="28321"/>
                    <a:pt x="58463" y="26162"/>
                    <a:pt x="57956" y="23114"/>
                  </a:cubicBezTo>
                  <a:lnTo>
                    <a:pt x="57575" y="20828"/>
                  </a:lnTo>
                  <a:lnTo>
                    <a:pt x="63162" y="19939"/>
                  </a:lnTo>
                  <a:lnTo>
                    <a:pt x="57701" y="21463"/>
                  </a:lnTo>
                  <a:cubicBezTo>
                    <a:pt x="57194" y="19939"/>
                    <a:pt x="56559" y="18288"/>
                    <a:pt x="55670" y="16764"/>
                  </a:cubicBezTo>
                  <a:lnTo>
                    <a:pt x="60623" y="13970"/>
                  </a:lnTo>
                  <a:lnTo>
                    <a:pt x="56050" y="17399"/>
                  </a:lnTo>
                  <a:cubicBezTo>
                    <a:pt x="54908" y="15875"/>
                    <a:pt x="53384" y="14351"/>
                    <a:pt x="51733" y="13208"/>
                  </a:cubicBezTo>
                  <a:lnTo>
                    <a:pt x="55162" y="8636"/>
                  </a:lnTo>
                  <a:lnTo>
                    <a:pt x="52368" y="13589"/>
                  </a:lnTo>
                  <a:cubicBezTo>
                    <a:pt x="50971" y="12827"/>
                    <a:pt x="48685" y="11938"/>
                    <a:pt x="45256" y="11176"/>
                  </a:cubicBezTo>
                  <a:lnTo>
                    <a:pt x="46272" y="5588"/>
                  </a:lnTo>
                  <a:lnTo>
                    <a:pt x="46272" y="11303"/>
                  </a:lnTo>
                  <a:cubicBezTo>
                    <a:pt x="25317" y="11176"/>
                    <a:pt x="22269" y="11430"/>
                    <a:pt x="19729" y="11938"/>
                  </a:cubicBezTo>
                  <a:lnTo>
                    <a:pt x="18459" y="6350"/>
                  </a:lnTo>
                  <a:lnTo>
                    <a:pt x="20745" y="11557"/>
                  </a:lnTo>
                  <a:cubicBezTo>
                    <a:pt x="18077" y="12700"/>
                    <a:pt x="15664" y="14351"/>
                    <a:pt x="13506" y="16637"/>
                  </a:cubicBezTo>
                  <a:lnTo>
                    <a:pt x="9442" y="12700"/>
                  </a:lnTo>
                  <a:lnTo>
                    <a:pt x="14268" y="15748"/>
                  </a:lnTo>
                  <a:cubicBezTo>
                    <a:pt x="12744" y="18034"/>
                    <a:pt x="11727" y="20701"/>
                    <a:pt x="11347" y="23368"/>
                  </a:cubicBezTo>
                  <a:cubicBezTo>
                    <a:pt x="10838" y="26416"/>
                    <a:pt x="7918" y="28575"/>
                    <a:pt x="4870" y="28194"/>
                  </a:cubicBezTo>
                  <a:cubicBezTo>
                    <a:pt x="1822" y="27813"/>
                    <a:pt x="-338" y="24765"/>
                    <a:pt x="44" y="21717"/>
                  </a:cubicBezTo>
                  <a:close/>
                </a:path>
              </a:pathLst>
            </a:custGeom>
            <a:solidFill>
              <a:srgbClr val="272525"/>
            </a:solidFill>
          </p:spPr>
        </p:sp>
        <p:sp>
          <p:nvSpPr>
            <p:cNvPr name="Freeform 30" id="30"/>
            <p:cNvSpPr/>
            <p:nvPr/>
          </p:nvSpPr>
          <p:spPr>
            <a:xfrm flipH="false" flipV="false" rot="0">
              <a:off x="8383667" y="3574468"/>
              <a:ext cx="29142" cy="28125"/>
            </a:xfrm>
            <a:custGeom>
              <a:avLst/>
              <a:gdLst/>
              <a:ahLst/>
              <a:cxnLst/>
              <a:rect r="r" b="b" t="t" l="l"/>
              <a:pathLst>
                <a:path h="28125" w="29142">
                  <a:moveTo>
                    <a:pt x="111" y="21537"/>
                  </a:moveTo>
                  <a:cubicBezTo>
                    <a:pt x="746" y="18108"/>
                    <a:pt x="2143" y="14171"/>
                    <a:pt x="4048" y="10742"/>
                  </a:cubicBezTo>
                  <a:cubicBezTo>
                    <a:pt x="4175" y="10488"/>
                    <a:pt x="4430" y="10234"/>
                    <a:pt x="4683" y="9980"/>
                  </a:cubicBezTo>
                  <a:cubicBezTo>
                    <a:pt x="7350" y="6932"/>
                    <a:pt x="10780" y="4138"/>
                    <a:pt x="14335" y="2233"/>
                  </a:cubicBezTo>
                  <a:cubicBezTo>
                    <a:pt x="14589" y="2106"/>
                    <a:pt x="14843" y="1979"/>
                    <a:pt x="15224" y="1852"/>
                  </a:cubicBezTo>
                  <a:cubicBezTo>
                    <a:pt x="17510" y="1090"/>
                    <a:pt x="20050" y="455"/>
                    <a:pt x="22590" y="74"/>
                  </a:cubicBezTo>
                  <a:cubicBezTo>
                    <a:pt x="25638" y="-434"/>
                    <a:pt x="28559" y="1725"/>
                    <a:pt x="29068" y="4900"/>
                  </a:cubicBezTo>
                  <a:cubicBezTo>
                    <a:pt x="29575" y="8075"/>
                    <a:pt x="27416" y="10869"/>
                    <a:pt x="24241" y="11377"/>
                  </a:cubicBezTo>
                  <a:cubicBezTo>
                    <a:pt x="22209" y="11631"/>
                    <a:pt x="20305" y="12139"/>
                    <a:pt x="18653" y="12647"/>
                  </a:cubicBezTo>
                  <a:lnTo>
                    <a:pt x="16875" y="7186"/>
                  </a:lnTo>
                  <a:lnTo>
                    <a:pt x="19543" y="12266"/>
                  </a:lnTo>
                  <a:cubicBezTo>
                    <a:pt x="17256" y="13409"/>
                    <a:pt x="14970" y="15314"/>
                    <a:pt x="13319" y="17219"/>
                  </a:cubicBezTo>
                  <a:lnTo>
                    <a:pt x="9001" y="13536"/>
                  </a:lnTo>
                  <a:lnTo>
                    <a:pt x="13955" y="16457"/>
                  </a:lnTo>
                  <a:cubicBezTo>
                    <a:pt x="12684" y="18616"/>
                    <a:pt x="11668" y="21283"/>
                    <a:pt x="11287" y="23442"/>
                  </a:cubicBezTo>
                  <a:cubicBezTo>
                    <a:pt x="10780" y="26490"/>
                    <a:pt x="7731" y="28649"/>
                    <a:pt x="4683" y="28014"/>
                  </a:cubicBezTo>
                  <a:cubicBezTo>
                    <a:pt x="1635" y="27379"/>
                    <a:pt x="-524" y="24458"/>
                    <a:pt x="111" y="21410"/>
                  </a:cubicBezTo>
                  <a:close/>
                </a:path>
              </a:pathLst>
            </a:custGeom>
            <a:solidFill>
              <a:srgbClr val="272525"/>
            </a:solidFill>
          </p:spPr>
        </p:sp>
        <p:sp>
          <p:nvSpPr>
            <p:cNvPr name="Freeform 31" id="31"/>
            <p:cNvSpPr/>
            <p:nvPr/>
          </p:nvSpPr>
          <p:spPr>
            <a:xfrm flipH="false" flipV="false" rot="0">
              <a:off x="8423993" y="3574625"/>
              <a:ext cx="28862" cy="27719"/>
            </a:xfrm>
            <a:custGeom>
              <a:avLst/>
              <a:gdLst/>
              <a:ahLst/>
              <a:cxnLst/>
              <a:rect r="r" b="b" t="t" l="l"/>
              <a:pathLst>
                <a:path h="27719" w="28862">
                  <a:moveTo>
                    <a:pt x="6521" y="44"/>
                  </a:moveTo>
                  <a:cubicBezTo>
                    <a:pt x="10458" y="679"/>
                    <a:pt x="14141" y="1822"/>
                    <a:pt x="17824" y="3727"/>
                  </a:cubicBezTo>
                  <a:cubicBezTo>
                    <a:pt x="18078" y="3854"/>
                    <a:pt x="18332" y="3981"/>
                    <a:pt x="18586" y="4235"/>
                  </a:cubicBezTo>
                  <a:cubicBezTo>
                    <a:pt x="21253" y="6267"/>
                    <a:pt x="23666" y="8934"/>
                    <a:pt x="25952" y="12236"/>
                  </a:cubicBezTo>
                  <a:cubicBezTo>
                    <a:pt x="26206" y="12490"/>
                    <a:pt x="26333" y="12871"/>
                    <a:pt x="26460" y="13252"/>
                  </a:cubicBezTo>
                  <a:cubicBezTo>
                    <a:pt x="27476" y="15665"/>
                    <a:pt x="28111" y="18205"/>
                    <a:pt x="28746" y="20872"/>
                  </a:cubicBezTo>
                  <a:cubicBezTo>
                    <a:pt x="29381" y="23920"/>
                    <a:pt x="27349" y="26968"/>
                    <a:pt x="24301" y="27603"/>
                  </a:cubicBezTo>
                  <a:cubicBezTo>
                    <a:pt x="21253" y="28238"/>
                    <a:pt x="18205" y="26206"/>
                    <a:pt x="17570" y="23158"/>
                  </a:cubicBezTo>
                  <a:cubicBezTo>
                    <a:pt x="17189" y="20999"/>
                    <a:pt x="16681" y="19221"/>
                    <a:pt x="15919" y="17570"/>
                  </a:cubicBezTo>
                  <a:lnTo>
                    <a:pt x="21253" y="15411"/>
                  </a:lnTo>
                  <a:lnTo>
                    <a:pt x="16554" y="18586"/>
                  </a:lnTo>
                  <a:cubicBezTo>
                    <a:pt x="15030" y="16173"/>
                    <a:pt x="13379" y="14649"/>
                    <a:pt x="11855" y="13379"/>
                  </a:cubicBezTo>
                  <a:lnTo>
                    <a:pt x="15284" y="8807"/>
                  </a:lnTo>
                  <a:lnTo>
                    <a:pt x="12617" y="13887"/>
                  </a:lnTo>
                  <a:cubicBezTo>
                    <a:pt x="10077" y="12617"/>
                    <a:pt x="7664" y="11728"/>
                    <a:pt x="4870" y="11347"/>
                  </a:cubicBezTo>
                  <a:cubicBezTo>
                    <a:pt x="1822" y="10839"/>
                    <a:pt x="-337" y="7918"/>
                    <a:pt x="44" y="4870"/>
                  </a:cubicBezTo>
                  <a:cubicBezTo>
                    <a:pt x="425" y="1822"/>
                    <a:pt x="3473" y="-337"/>
                    <a:pt x="6521" y="44"/>
                  </a:cubicBezTo>
                  <a:close/>
                </a:path>
              </a:pathLst>
            </a:custGeom>
            <a:solidFill>
              <a:srgbClr val="272525"/>
            </a:solidFill>
          </p:spPr>
        </p:sp>
        <p:sp>
          <p:nvSpPr>
            <p:cNvPr name="Freeform 32" id="32"/>
            <p:cNvSpPr/>
            <p:nvPr/>
          </p:nvSpPr>
          <p:spPr>
            <a:xfrm flipH="false" flipV="false" rot="0">
              <a:off x="8300720" y="3334258"/>
              <a:ext cx="70358" cy="70358"/>
            </a:xfrm>
            <a:custGeom>
              <a:avLst/>
              <a:gdLst/>
              <a:ahLst/>
              <a:cxnLst/>
              <a:rect r="r" b="b" t="t" l="l"/>
              <a:pathLst>
                <a:path h="70358" w="70358">
                  <a:moveTo>
                    <a:pt x="70358" y="35179"/>
                  </a:moveTo>
                  <a:cubicBezTo>
                    <a:pt x="70358" y="39878"/>
                    <a:pt x="69469" y="44323"/>
                    <a:pt x="67691" y="48641"/>
                  </a:cubicBezTo>
                  <a:cubicBezTo>
                    <a:pt x="65913" y="52959"/>
                    <a:pt x="63373" y="56769"/>
                    <a:pt x="60071" y="60071"/>
                  </a:cubicBezTo>
                  <a:lnTo>
                    <a:pt x="56007" y="56007"/>
                  </a:lnTo>
                  <a:lnTo>
                    <a:pt x="60071" y="60071"/>
                  </a:lnTo>
                  <a:cubicBezTo>
                    <a:pt x="56769" y="63373"/>
                    <a:pt x="52959" y="65913"/>
                    <a:pt x="48641" y="67691"/>
                  </a:cubicBezTo>
                  <a:cubicBezTo>
                    <a:pt x="44323" y="69469"/>
                    <a:pt x="39878" y="70358"/>
                    <a:pt x="35179" y="70358"/>
                  </a:cubicBezTo>
                  <a:lnTo>
                    <a:pt x="35179" y="64643"/>
                  </a:lnTo>
                  <a:lnTo>
                    <a:pt x="35179" y="70358"/>
                  </a:lnTo>
                  <a:cubicBezTo>
                    <a:pt x="30480" y="70358"/>
                    <a:pt x="26035" y="69469"/>
                    <a:pt x="21717" y="67691"/>
                  </a:cubicBezTo>
                  <a:lnTo>
                    <a:pt x="23877" y="62484"/>
                  </a:lnTo>
                  <a:lnTo>
                    <a:pt x="21717" y="67691"/>
                  </a:lnTo>
                  <a:cubicBezTo>
                    <a:pt x="17399" y="65913"/>
                    <a:pt x="13590" y="63373"/>
                    <a:pt x="10287" y="60071"/>
                  </a:cubicBezTo>
                  <a:lnTo>
                    <a:pt x="14352" y="56007"/>
                  </a:lnTo>
                  <a:lnTo>
                    <a:pt x="10287" y="60071"/>
                  </a:lnTo>
                  <a:cubicBezTo>
                    <a:pt x="6985" y="56769"/>
                    <a:pt x="4445" y="52959"/>
                    <a:pt x="2667" y="48641"/>
                  </a:cubicBezTo>
                  <a:lnTo>
                    <a:pt x="7874" y="46482"/>
                  </a:lnTo>
                  <a:lnTo>
                    <a:pt x="2667" y="48641"/>
                  </a:lnTo>
                  <a:cubicBezTo>
                    <a:pt x="890" y="44323"/>
                    <a:pt x="0" y="39878"/>
                    <a:pt x="0" y="35179"/>
                  </a:cubicBezTo>
                  <a:lnTo>
                    <a:pt x="5715" y="35179"/>
                  </a:lnTo>
                  <a:lnTo>
                    <a:pt x="0" y="35179"/>
                  </a:lnTo>
                  <a:cubicBezTo>
                    <a:pt x="0" y="30480"/>
                    <a:pt x="890" y="26035"/>
                    <a:pt x="2667" y="21717"/>
                  </a:cubicBezTo>
                  <a:lnTo>
                    <a:pt x="7874" y="23876"/>
                  </a:lnTo>
                  <a:lnTo>
                    <a:pt x="2667" y="21717"/>
                  </a:lnTo>
                  <a:cubicBezTo>
                    <a:pt x="4445" y="17399"/>
                    <a:pt x="6985" y="13589"/>
                    <a:pt x="10287" y="10287"/>
                  </a:cubicBezTo>
                  <a:lnTo>
                    <a:pt x="14352" y="14351"/>
                  </a:lnTo>
                  <a:lnTo>
                    <a:pt x="10287" y="10287"/>
                  </a:lnTo>
                  <a:cubicBezTo>
                    <a:pt x="13590" y="6985"/>
                    <a:pt x="17399" y="4445"/>
                    <a:pt x="21717" y="2667"/>
                  </a:cubicBezTo>
                  <a:lnTo>
                    <a:pt x="23877" y="7874"/>
                  </a:lnTo>
                  <a:lnTo>
                    <a:pt x="21717" y="2667"/>
                  </a:lnTo>
                  <a:cubicBezTo>
                    <a:pt x="26035" y="889"/>
                    <a:pt x="30480" y="0"/>
                    <a:pt x="35179" y="0"/>
                  </a:cubicBezTo>
                  <a:lnTo>
                    <a:pt x="35179" y="5842"/>
                  </a:lnTo>
                  <a:lnTo>
                    <a:pt x="35179" y="127"/>
                  </a:lnTo>
                  <a:cubicBezTo>
                    <a:pt x="39878" y="127"/>
                    <a:pt x="44323" y="1016"/>
                    <a:pt x="48641" y="2794"/>
                  </a:cubicBezTo>
                  <a:lnTo>
                    <a:pt x="46482" y="8001"/>
                  </a:lnTo>
                  <a:lnTo>
                    <a:pt x="48641" y="2794"/>
                  </a:lnTo>
                  <a:cubicBezTo>
                    <a:pt x="52959" y="4572"/>
                    <a:pt x="56769" y="7112"/>
                    <a:pt x="60071" y="10414"/>
                  </a:cubicBezTo>
                  <a:lnTo>
                    <a:pt x="56007" y="14478"/>
                  </a:lnTo>
                  <a:lnTo>
                    <a:pt x="60071" y="10414"/>
                  </a:lnTo>
                  <a:cubicBezTo>
                    <a:pt x="63373" y="13716"/>
                    <a:pt x="65913" y="17526"/>
                    <a:pt x="67691" y="21844"/>
                  </a:cubicBezTo>
                  <a:cubicBezTo>
                    <a:pt x="69469" y="26162"/>
                    <a:pt x="70358" y="30607"/>
                    <a:pt x="70358" y="35306"/>
                  </a:cubicBezTo>
                  <a:lnTo>
                    <a:pt x="64643" y="35306"/>
                  </a:lnTo>
                  <a:lnTo>
                    <a:pt x="70358" y="35306"/>
                  </a:lnTo>
                  <a:moveTo>
                    <a:pt x="58928" y="35306"/>
                  </a:moveTo>
                  <a:cubicBezTo>
                    <a:pt x="58928" y="32131"/>
                    <a:pt x="58293" y="29210"/>
                    <a:pt x="57150" y="26289"/>
                  </a:cubicBezTo>
                  <a:lnTo>
                    <a:pt x="62357" y="24130"/>
                  </a:lnTo>
                  <a:lnTo>
                    <a:pt x="57150" y="26289"/>
                  </a:lnTo>
                  <a:cubicBezTo>
                    <a:pt x="56007" y="23368"/>
                    <a:pt x="54229" y="20828"/>
                    <a:pt x="52070" y="18669"/>
                  </a:cubicBezTo>
                  <a:cubicBezTo>
                    <a:pt x="49911" y="16510"/>
                    <a:pt x="47371" y="14732"/>
                    <a:pt x="44450" y="13589"/>
                  </a:cubicBezTo>
                  <a:cubicBezTo>
                    <a:pt x="41529" y="12446"/>
                    <a:pt x="38481" y="11811"/>
                    <a:pt x="35433" y="11811"/>
                  </a:cubicBezTo>
                  <a:cubicBezTo>
                    <a:pt x="32385" y="11811"/>
                    <a:pt x="29337" y="12446"/>
                    <a:pt x="26416" y="13589"/>
                  </a:cubicBezTo>
                  <a:cubicBezTo>
                    <a:pt x="23495" y="14732"/>
                    <a:pt x="20955" y="16510"/>
                    <a:pt x="18796" y="18669"/>
                  </a:cubicBezTo>
                  <a:cubicBezTo>
                    <a:pt x="16637" y="20828"/>
                    <a:pt x="14859" y="23368"/>
                    <a:pt x="13716" y="26289"/>
                  </a:cubicBezTo>
                  <a:cubicBezTo>
                    <a:pt x="12573" y="29210"/>
                    <a:pt x="11938" y="32258"/>
                    <a:pt x="11938" y="35306"/>
                  </a:cubicBezTo>
                  <a:cubicBezTo>
                    <a:pt x="11938" y="38354"/>
                    <a:pt x="12573" y="41402"/>
                    <a:pt x="13716" y="44323"/>
                  </a:cubicBezTo>
                  <a:cubicBezTo>
                    <a:pt x="14859" y="47244"/>
                    <a:pt x="16637" y="49784"/>
                    <a:pt x="18796" y="51943"/>
                  </a:cubicBezTo>
                  <a:cubicBezTo>
                    <a:pt x="20955" y="54102"/>
                    <a:pt x="23495" y="55880"/>
                    <a:pt x="26416" y="57023"/>
                  </a:cubicBezTo>
                  <a:cubicBezTo>
                    <a:pt x="29337" y="58166"/>
                    <a:pt x="32385" y="58801"/>
                    <a:pt x="35433" y="58801"/>
                  </a:cubicBezTo>
                  <a:cubicBezTo>
                    <a:pt x="38481" y="58801"/>
                    <a:pt x="41529" y="58166"/>
                    <a:pt x="44450" y="57023"/>
                  </a:cubicBezTo>
                  <a:lnTo>
                    <a:pt x="46609" y="62230"/>
                  </a:lnTo>
                  <a:lnTo>
                    <a:pt x="44450" y="57023"/>
                  </a:lnTo>
                  <a:cubicBezTo>
                    <a:pt x="47371" y="55880"/>
                    <a:pt x="49911" y="54102"/>
                    <a:pt x="52070" y="51943"/>
                  </a:cubicBezTo>
                  <a:cubicBezTo>
                    <a:pt x="54229" y="49784"/>
                    <a:pt x="56007" y="47244"/>
                    <a:pt x="57150" y="44323"/>
                  </a:cubicBezTo>
                  <a:lnTo>
                    <a:pt x="62357" y="46482"/>
                  </a:lnTo>
                  <a:lnTo>
                    <a:pt x="57150" y="44323"/>
                  </a:lnTo>
                  <a:cubicBezTo>
                    <a:pt x="58293" y="41402"/>
                    <a:pt x="58928" y="38354"/>
                    <a:pt x="58928" y="35306"/>
                  </a:cubicBezTo>
                  <a:close/>
                </a:path>
              </a:pathLst>
            </a:custGeom>
            <a:solidFill>
              <a:srgbClr val="272525"/>
            </a:solidFill>
          </p:spPr>
        </p:sp>
        <p:sp>
          <p:nvSpPr>
            <p:cNvPr name="Freeform 33" id="33"/>
            <p:cNvSpPr/>
            <p:nvPr/>
          </p:nvSpPr>
          <p:spPr>
            <a:xfrm flipH="false" flipV="false" rot="0">
              <a:off x="8346747" y="3387524"/>
              <a:ext cx="12213" cy="11958"/>
            </a:xfrm>
            <a:custGeom>
              <a:avLst/>
              <a:gdLst/>
              <a:ahLst/>
              <a:cxnLst/>
              <a:rect r="r" b="b" t="t" l="l"/>
              <a:pathLst>
                <a:path h="11958" w="12213">
                  <a:moveTo>
                    <a:pt x="2614" y="1471"/>
                  </a:moveTo>
                  <a:lnTo>
                    <a:pt x="3376" y="963"/>
                  </a:lnTo>
                  <a:cubicBezTo>
                    <a:pt x="6043" y="-815"/>
                    <a:pt x="9472" y="-53"/>
                    <a:pt x="11250" y="2614"/>
                  </a:cubicBezTo>
                  <a:cubicBezTo>
                    <a:pt x="13028" y="5281"/>
                    <a:pt x="12266" y="8710"/>
                    <a:pt x="9599" y="10488"/>
                  </a:cubicBezTo>
                  <a:lnTo>
                    <a:pt x="8837" y="10996"/>
                  </a:lnTo>
                  <a:cubicBezTo>
                    <a:pt x="6170" y="12774"/>
                    <a:pt x="2741" y="12012"/>
                    <a:pt x="963" y="9345"/>
                  </a:cubicBezTo>
                  <a:cubicBezTo>
                    <a:pt x="-815" y="6678"/>
                    <a:pt x="-53" y="3249"/>
                    <a:pt x="2614" y="1471"/>
                  </a:cubicBezTo>
                  <a:close/>
                </a:path>
              </a:pathLst>
            </a:custGeom>
            <a:solidFill>
              <a:srgbClr val="272525"/>
            </a:solidFill>
          </p:spPr>
        </p:sp>
        <p:sp>
          <p:nvSpPr>
            <p:cNvPr name="Freeform 34" id="34"/>
            <p:cNvSpPr/>
            <p:nvPr/>
          </p:nvSpPr>
          <p:spPr>
            <a:xfrm flipH="false" flipV="false" rot="0">
              <a:off x="8324597" y="3421507"/>
              <a:ext cx="22860" cy="11557"/>
            </a:xfrm>
            <a:custGeom>
              <a:avLst/>
              <a:gdLst/>
              <a:ahLst/>
              <a:cxnLst/>
              <a:rect r="r" b="b" t="t" l="l"/>
              <a:pathLst>
                <a:path h="11557" w="22860">
                  <a:moveTo>
                    <a:pt x="17144" y="11430"/>
                  </a:moveTo>
                  <a:lnTo>
                    <a:pt x="5714" y="11557"/>
                  </a:lnTo>
                  <a:cubicBezTo>
                    <a:pt x="2539" y="11557"/>
                    <a:pt x="0" y="9017"/>
                    <a:pt x="0" y="5842"/>
                  </a:cubicBezTo>
                  <a:cubicBezTo>
                    <a:pt x="0" y="2667"/>
                    <a:pt x="2539" y="127"/>
                    <a:pt x="5714" y="127"/>
                  </a:cubicBezTo>
                  <a:lnTo>
                    <a:pt x="17144" y="0"/>
                  </a:lnTo>
                  <a:cubicBezTo>
                    <a:pt x="20319" y="0"/>
                    <a:pt x="22859" y="2540"/>
                    <a:pt x="22859" y="5715"/>
                  </a:cubicBezTo>
                  <a:cubicBezTo>
                    <a:pt x="22859" y="8890"/>
                    <a:pt x="20319" y="11430"/>
                    <a:pt x="17144" y="11430"/>
                  </a:cubicBezTo>
                  <a:close/>
                </a:path>
              </a:pathLst>
            </a:custGeom>
            <a:solidFill>
              <a:srgbClr val="272525"/>
            </a:solidFill>
          </p:spPr>
        </p:sp>
        <p:sp>
          <p:nvSpPr>
            <p:cNvPr name="Freeform 35" id="35"/>
            <p:cNvSpPr/>
            <p:nvPr/>
          </p:nvSpPr>
          <p:spPr>
            <a:xfrm flipH="false" flipV="false" rot="0">
              <a:off x="8336037" y="3421679"/>
              <a:ext cx="16996" cy="40803"/>
            </a:xfrm>
            <a:custGeom>
              <a:avLst/>
              <a:gdLst/>
              <a:ahLst/>
              <a:cxnLst/>
              <a:rect r="r" b="b" t="t" l="l"/>
              <a:pathLst>
                <a:path h="40803" w="16996">
                  <a:moveTo>
                    <a:pt x="5704" y="36150"/>
                  </a:moveTo>
                  <a:lnTo>
                    <a:pt x="116" y="6686"/>
                  </a:lnTo>
                  <a:cubicBezTo>
                    <a:pt x="-519" y="3638"/>
                    <a:pt x="1513" y="590"/>
                    <a:pt x="4688" y="82"/>
                  </a:cubicBezTo>
                  <a:cubicBezTo>
                    <a:pt x="7863" y="-426"/>
                    <a:pt x="10785" y="1479"/>
                    <a:pt x="11292" y="4654"/>
                  </a:cubicBezTo>
                  <a:lnTo>
                    <a:pt x="16880" y="34118"/>
                  </a:lnTo>
                  <a:cubicBezTo>
                    <a:pt x="17515" y="37166"/>
                    <a:pt x="15483" y="40214"/>
                    <a:pt x="12308" y="40722"/>
                  </a:cubicBezTo>
                  <a:cubicBezTo>
                    <a:pt x="9133" y="41230"/>
                    <a:pt x="6212" y="39325"/>
                    <a:pt x="5704" y="36150"/>
                  </a:cubicBezTo>
                  <a:close/>
                </a:path>
              </a:pathLst>
            </a:custGeom>
            <a:solidFill>
              <a:srgbClr val="272525"/>
            </a:solidFill>
          </p:spPr>
        </p:sp>
        <p:sp>
          <p:nvSpPr>
            <p:cNvPr name="Freeform 36" id="36"/>
            <p:cNvSpPr/>
            <p:nvPr/>
          </p:nvSpPr>
          <p:spPr>
            <a:xfrm flipH="false" flipV="false" rot="0">
              <a:off x="8330659" y="3451023"/>
              <a:ext cx="22417" cy="24154"/>
            </a:xfrm>
            <a:custGeom>
              <a:avLst/>
              <a:gdLst/>
              <a:ahLst/>
              <a:cxnLst/>
              <a:rect r="r" b="b" t="t" l="l"/>
              <a:pathLst>
                <a:path h="24154" w="22417">
                  <a:moveTo>
                    <a:pt x="20988" y="9473"/>
                  </a:moveTo>
                  <a:lnTo>
                    <a:pt x="9939" y="22173"/>
                  </a:lnTo>
                  <a:cubicBezTo>
                    <a:pt x="7906" y="24586"/>
                    <a:pt x="4224" y="24840"/>
                    <a:pt x="1938" y="22681"/>
                  </a:cubicBezTo>
                  <a:cubicBezTo>
                    <a:pt x="-348" y="20522"/>
                    <a:pt x="-729" y="16966"/>
                    <a:pt x="1430" y="14680"/>
                  </a:cubicBezTo>
                  <a:lnTo>
                    <a:pt x="12479" y="1980"/>
                  </a:lnTo>
                  <a:cubicBezTo>
                    <a:pt x="14511" y="-433"/>
                    <a:pt x="18194" y="-687"/>
                    <a:pt x="20480" y="1472"/>
                  </a:cubicBezTo>
                  <a:cubicBezTo>
                    <a:pt x="22766" y="3631"/>
                    <a:pt x="23147" y="7187"/>
                    <a:pt x="20988" y="9473"/>
                  </a:cubicBezTo>
                  <a:close/>
                </a:path>
              </a:pathLst>
            </a:custGeom>
            <a:solidFill>
              <a:srgbClr val="272525"/>
            </a:solidFill>
          </p:spPr>
        </p:sp>
        <p:sp>
          <p:nvSpPr>
            <p:cNvPr name="Freeform 37" id="37"/>
            <p:cNvSpPr/>
            <p:nvPr/>
          </p:nvSpPr>
          <p:spPr>
            <a:xfrm flipH="false" flipV="false" rot="0">
              <a:off x="8318920" y="3451315"/>
              <a:ext cx="22909" cy="23824"/>
            </a:xfrm>
            <a:custGeom>
              <a:avLst/>
              <a:gdLst/>
              <a:ahLst/>
              <a:cxnLst/>
              <a:rect r="r" b="b" t="t" l="l"/>
              <a:pathLst>
                <a:path h="23824" w="22909">
                  <a:moveTo>
                    <a:pt x="13042" y="22008"/>
                  </a:moveTo>
                  <a:lnTo>
                    <a:pt x="1485" y="9435"/>
                  </a:lnTo>
                  <a:cubicBezTo>
                    <a:pt x="-674" y="7149"/>
                    <a:pt x="-420" y="3466"/>
                    <a:pt x="1866" y="1434"/>
                  </a:cubicBezTo>
                  <a:cubicBezTo>
                    <a:pt x="4152" y="-598"/>
                    <a:pt x="7835" y="-471"/>
                    <a:pt x="9867" y="1815"/>
                  </a:cubicBezTo>
                  <a:lnTo>
                    <a:pt x="21424" y="14388"/>
                  </a:lnTo>
                  <a:cubicBezTo>
                    <a:pt x="23583" y="16674"/>
                    <a:pt x="23329" y="20357"/>
                    <a:pt x="21043" y="22389"/>
                  </a:cubicBezTo>
                  <a:cubicBezTo>
                    <a:pt x="18757" y="24421"/>
                    <a:pt x="15074" y="24294"/>
                    <a:pt x="13042" y="22008"/>
                  </a:cubicBezTo>
                  <a:close/>
                </a:path>
              </a:pathLst>
            </a:custGeom>
            <a:solidFill>
              <a:srgbClr val="272525"/>
            </a:solidFill>
          </p:spPr>
        </p:sp>
        <p:sp>
          <p:nvSpPr>
            <p:cNvPr name="Freeform 38" id="38"/>
            <p:cNvSpPr/>
            <p:nvPr/>
          </p:nvSpPr>
          <p:spPr>
            <a:xfrm flipH="false" flipV="false" rot="0">
              <a:off x="8319057" y="3421683"/>
              <a:ext cx="16920" cy="40795"/>
            </a:xfrm>
            <a:custGeom>
              <a:avLst/>
              <a:gdLst/>
              <a:ahLst/>
              <a:cxnLst/>
              <a:rect r="r" b="b" t="t" l="l"/>
              <a:pathLst>
                <a:path h="40795" w="16920">
                  <a:moveTo>
                    <a:pt x="16842" y="6682"/>
                  </a:moveTo>
                  <a:lnTo>
                    <a:pt x="11254" y="36146"/>
                  </a:lnTo>
                  <a:cubicBezTo>
                    <a:pt x="10619" y="39194"/>
                    <a:pt x="7698" y="41226"/>
                    <a:pt x="4650" y="40718"/>
                  </a:cubicBezTo>
                  <a:cubicBezTo>
                    <a:pt x="1602" y="40210"/>
                    <a:pt x="-430" y="37162"/>
                    <a:pt x="78" y="34114"/>
                  </a:cubicBezTo>
                  <a:lnTo>
                    <a:pt x="5666" y="4650"/>
                  </a:lnTo>
                  <a:cubicBezTo>
                    <a:pt x="6301" y="1602"/>
                    <a:pt x="9222" y="-430"/>
                    <a:pt x="12270" y="78"/>
                  </a:cubicBezTo>
                  <a:cubicBezTo>
                    <a:pt x="15318" y="586"/>
                    <a:pt x="17350" y="3634"/>
                    <a:pt x="16842" y="6682"/>
                  </a:cubicBezTo>
                  <a:close/>
                </a:path>
              </a:pathLst>
            </a:custGeom>
            <a:solidFill>
              <a:srgbClr val="272525"/>
            </a:solidFill>
          </p:spPr>
        </p:sp>
        <p:sp>
          <p:nvSpPr>
            <p:cNvPr name="Freeform 39" id="39"/>
            <p:cNvSpPr/>
            <p:nvPr/>
          </p:nvSpPr>
          <p:spPr>
            <a:xfrm flipH="false" flipV="false" rot="0">
              <a:off x="8384413" y="3435477"/>
              <a:ext cx="11430" cy="43434"/>
            </a:xfrm>
            <a:custGeom>
              <a:avLst/>
              <a:gdLst/>
              <a:ahLst/>
              <a:cxnLst/>
              <a:rect r="r" b="b" t="t" l="l"/>
              <a:pathLst>
                <a:path h="43434" w="11430">
                  <a:moveTo>
                    <a:pt x="0" y="37719"/>
                  </a:moveTo>
                  <a:lnTo>
                    <a:pt x="0" y="5715"/>
                  </a:lnTo>
                  <a:cubicBezTo>
                    <a:pt x="0" y="2540"/>
                    <a:pt x="2540" y="0"/>
                    <a:pt x="5715" y="0"/>
                  </a:cubicBezTo>
                  <a:cubicBezTo>
                    <a:pt x="8890" y="0"/>
                    <a:pt x="11430" y="2540"/>
                    <a:pt x="11430" y="5715"/>
                  </a:cubicBezTo>
                  <a:lnTo>
                    <a:pt x="11430" y="37719"/>
                  </a:lnTo>
                  <a:cubicBezTo>
                    <a:pt x="11430" y="40894"/>
                    <a:pt x="8890" y="43434"/>
                    <a:pt x="5715" y="43434"/>
                  </a:cubicBezTo>
                  <a:cubicBezTo>
                    <a:pt x="2540" y="43434"/>
                    <a:pt x="0" y="40894"/>
                    <a:pt x="0" y="37719"/>
                  </a:cubicBezTo>
                  <a:close/>
                </a:path>
              </a:pathLst>
            </a:custGeom>
            <a:solidFill>
              <a:srgbClr val="272525"/>
            </a:solidFill>
          </p:spPr>
        </p:sp>
        <p:sp>
          <p:nvSpPr>
            <p:cNvPr name="Freeform 40" id="40"/>
            <p:cNvSpPr/>
            <p:nvPr/>
          </p:nvSpPr>
          <p:spPr>
            <a:xfrm flipH="false" flipV="false" rot="0">
              <a:off x="8335936" y="3404019"/>
              <a:ext cx="18594" cy="28880"/>
            </a:xfrm>
            <a:custGeom>
              <a:avLst/>
              <a:gdLst/>
              <a:ahLst/>
              <a:cxnLst/>
              <a:rect r="r" b="b" t="t" l="l"/>
              <a:pathLst>
                <a:path h="28880" w="18594">
                  <a:moveTo>
                    <a:pt x="18124" y="7963"/>
                  </a:moveTo>
                  <a:lnTo>
                    <a:pt x="11012" y="25362"/>
                  </a:lnTo>
                  <a:cubicBezTo>
                    <a:pt x="9869" y="28283"/>
                    <a:pt x="6440" y="29680"/>
                    <a:pt x="3519" y="28410"/>
                  </a:cubicBezTo>
                  <a:cubicBezTo>
                    <a:pt x="598" y="27140"/>
                    <a:pt x="-799" y="23838"/>
                    <a:pt x="471" y="20917"/>
                  </a:cubicBezTo>
                  <a:lnTo>
                    <a:pt x="7583" y="3518"/>
                  </a:lnTo>
                  <a:cubicBezTo>
                    <a:pt x="8726" y="597"/>
                    <a:pt x="12155" y="-800"/>
                    <a:pt x="15076" y="470"/>
                  </a:cubicBezTo>
                  <a:cubicBezTo>
                    <a:pt x="17997" y="1740"/>
                    <a:pt x="19394" y="5042"/>
                    <a:pt x="18124" y="7963"/>
                  </a:cubicBezTo>
                  <a:close/>
                </a:path>
              </a:pathLst>
            </a:custGeom>
            <a:solidFill>
              <a:srgbClr val="272525"/>
            </a:solidFill>
          </p:spPr>
        </p:sp>
        <p:sp>
          <p:nvSpPr>
            <p:cNvPr name="Freeform 41" id="41"/>
            <p:cNvSpPr/>
            <p:nvPr/>
          </p:nvSpPr>
          <p:spPr>
            <a:xfrm flipH="false" flipV="false" rot="0">
              <a:off x="8317321" y="3404019"/>
              <a:ext cx="18614" cy="29008"/>
            </a:xfrm>
            <a:custGeom>
              <a:avLst/>
              <a:gdLst/>
              <a:ahLst/>
              <a:cxnLst/>
              <a:rect r="r" b="b" t="t" l="l"/>
              <a:pathLst>
                <a:path h="29008" w="18614">
                  <a:moveTo>
                    <a:pt x="7656" y="25489"/>
                  </a:moveTo>
                  <a:lnTo>
                    <a:pt x="417" y="7963"/>
                  </a:lnTo>
                  <a:cubicBezTo>
                    <a:pt x="-726" y="5042"/>
                    <a:pt x="544" y="1740"/>
                    <a:pt x="3465" y="470"/>
                  </a:cubicBezTo>
                  <a:cubicBezTo>
                    <a:pt x="6386" y="-800"/>
                    <a:pt x="9688" y="597"/>
                    <a:pt x="10958" y="3518"/>
                  </a:cubicBezTo>
                  <a:lnTo>
                    <a:pt x="18197" y="21044"/>
                  </a:lnTo>
                  <a:cubicBezTo>
                    <a:pt x="19340" y="23965"/>
                    <a:pt x="18070" y="27267"/>
                    <a:pt x="15149" y="28537"/>
                  </a:cubicBezTo>
                  <a:cubicBezTo>
                    <a:pt x="12228" y="29807"/>
                    <a:pt x="8926" y="28410"/>
                    <a:pt x="7656" y="25489"/>
                  </a:cubicBezTo>
                  <a:close/>
                </a:path>
              </a:pathLst>
            </a:custGeom>
            <a:solidFill>
              <a:srgbClr val="272525"/>
            </a:solidFill>
          </p:spPr>
        </p:sp>
        <p:sp>
          <p:nvSpPr>
            <p:cNvPr name="Freeform 42" id="42"/>
            <p:cNvSpPr/>
            <p:nvPr/>
          </p:nvSpPr>
          <p:spPr>
            <a:xfrm flipH="false" flipV="false" rot="0">
              <a:off x="8275447" y="3404067"/>
              <a:ext cx="51708" cy="48174"/>
            </a:xfrm>
            <a:custGeom>
              <a:avLst/>
              <a:gdLst/>
              <a:ahLst/>
              <a:cxnLst/>
              <a:rect r="r" b="b" t="t" l="l"/>
              <a:pathLst>
                <a:path h="48174" w="51708">
                  <a:moveTo>
                    <a:pt x="45339" y="11725"/>
                  </a:moveTo>
                  <a:cubicBezTo>
                    <a:pt x="41021" y="11344"/>
                    <a:pt x="36830" y="11852"/>
                    <a:pt x="32639" y="13249"/>
                  </a:cubicBezTo>
                  <a:lnTo>
                    <a:pt x="30861" y="7788"/>
                  </a:lnTo>
                  <a:lnTo>
                    <a:pt x="32639" y="13122"/>
                  </a:lnTo>
                  <a:cubicBezTo>
                    <a:pt x="28448" y="14519"/>
                    <a:pt x="24892" y="16678"/>
                    <a:pt x="21590" y="19599"/>
                  </a:cubicBezTo>
                  <a:cubicBezTo>
                    <a:pt x="18415" y="22520"/>
                    <a:pt x="15875" y="25949"/>
                    <a:pt x="14097" y="30013"/>
                  </a:cubicBezTo>
                  <a:cubicBezTo>
                    <a:pt x="12319" y="33950"/>
                    <a:pt x="11430" y="38141"/>
                    <a:pt x="11430" y="42459"/>
                  </a:cubicBezTo>
                  <a:cubicBezTo>
                    <a:pt x="11430" y="45634"/>
                    <a:pt x="8890" y="48174"/>
                    <a:pt x="5715" y="48174"/>
                  </a:cubicBezTo>
                  <a:cubicBezTo>
                    <a:pt x="2540" y="48174"/>
                    <a:pt x="0" y="45634"/>
                    <a:pt x="0" y="42459"/>
                  </a:cubicBezTo>
                  <a:cubicBezTo>
                    <a:pt x="0" y="36490"/>
                    <a:pt x="1270" y="30775"/>
                    <a:pt x="3683" y="25314"/>
                  </a:cubicBezTo>
                  <a:lnTo>
                    <a:pt x="8890" y="27600"/>
                  </a:lnTo>
                  <a:lnTo>
                    <a:pt x="3683" y="25314"/>
                  </a:lnTo>
                  <a:cubicBezTo>
                    <a:pt x="6096" y="19853"/>
                    <a:pt x="9525" y="15154"/>
                    <a:pt x="13970" y="11090"/>
                  </a:cubicBezTo>
                  <a:lnTo>
                    <a:pt x="17780" y="15281"/>
                  </a:lnTo>
                  <a:lnTo>
                    <a:pt x="13970" y="11090"/>
                  </a:lnTo>
                  <a:cubicBezTo>
                    <a:pt x="18415" y="7153"/>
                    <a:pt x="23368" y="4105"/>
                    <a:pt x="29083" y="2200"/>
                  </a:cubicBezTo>
                  <a:cubicBezTo>
                    <a:pt x="34671" y="295"/>
                    <a:pt x="40513" y="-340"/>
                    <a:pt x="46482" y="168"/>
                  </a:cubicBezTo>
                  <a:cubicBezTo>
                    <a:pt x="49657" y="422"/>
                    <a:pt x="51943" y="3216"/>
                    <a:pt x="51689" y="6391"/>
                  </a:cubicBezTo>
                  <a:cubicBezTo>
                    <a:pt x="51435" y="9566"/>
                    <a:pt x="48641" y="11852"/>
                    <a:pt x="45466" y="11598"/>
                  </a:cubicBezTo>
                  <a:close/>
                </a:path>
              </a:pathLst>
            </a:custGeom>
            <a:solidFill>
              <a:srgbClr val="272525"/>
            </a:solidFill>
          </p:spPr>
        </p:sp>
        <p:sp>
          <p:nvSpPr>
            <p:cNvPr name="Freeform 43" id="43"/>
            <p:cNvSpPr/>
            <p:nvPr/>
          </p:nvSpPr>
          <p:spPr>
            <a:xfrm flipH="false" flipV="false" rot="0">
              <a:off x="8276023" y="3467421"/>
              <a:ext cx="11676" cy="12311"/>
            </a:xfrm>
            <a:custGeom>
              <a:avLst/>
              <a:gdLst/>
              <a:ahLst/>
              <a:cxnLst/>
              <a:rect r="r" b="b" t="t" l="l"/>
              <a:pathLst>
                <a:path h="12311" w="11676">
                  <a:moveTo>
                    <a:pt x="11108" y="3870"/>
                  </a:moveTo>
                  <a:lnTo>
                    <a:pt x="11363" y="4759"/>
                  </a:lnTo>
                  <a:cubicBezTo>
                    <a:pt x="12378" y="7680"/>
                    <a:pt x="10854" y="10982"/>
                    <a:pt x="7806" y="11998"/>
                  </a:cubicBezTo>
                  <a:cubicBezTo>
                    <a:pt x="4758" y="13014"/>
                    <a:pt x="1583" y="11490"/>
                    <a:pt x="567" y="8442"/>
                  </a:cubicBezTo>
                  <a:lnTo>
                    <a:pt x="314" y="7553"/>
                  </a:lnTo>
                  <a:cubicBezTo>
                    <a:pt x="-703" y="4632"/>
                    <a:pt x="821" y="1330"/>
                    <a:pt x="3869" y="314"/>
                  </a:cubicBezTo>
                  <a:cubicBezTo>
                    <a:pt x="6917" y="-702"/>
                    <a:pt x="10092" y="822"/>
                    <a:pt x="11108" y="3870"/>
                  </a:cubicBezTo>
                  <a:close/>
                </a:path>
              </a:pathLst>
            </a:custGeom>
            <a:solidFill>
              <a:srgbClr val="272525"/>
            </a:solidFill>
          </p:spPr>
        </p:sp>
        <p:sp>
          <p:nvSpPr>
            <p:cNvPr name="Freeform 44" id="44"/>
            <p:cNvSpPr/>
            <p:nvPr/>
          </p:nvSpPr>
          <p:spPr>
            <a:xfrm flipH="false" flipV="false" rot="0">
              <a:off x="8276265" y="3468299"/>
              <a:ext cx="11827" cy="12080"/>
            </a:xfrm>
            <a:custGeom>
              <a:avLst/>
              <a:gdLst/>
              <a:ahLst/>
              <a:cxnLst/>
              <a:rect r="r" b="b" t="t" l="l"/>
              <a:pathLst>
                <a:path h="12080" w="11827">
                  <a:moveTo>
                    <a:pt x="10612" y="2738"/>
                  </a:moveTo>
                  <a:lnTo>
                    <a:pt x="10993" y="3373"/>
                  </a:lnTo>
                  <a:cubicBezTo>
                    <a:pt x="12644" y="6040"/>
                    <a:pt x="11755" y="9596"/>
                    <a:pt x="9088" y="11247"/>
                  </a:cubicBezTo>
                  <a:cubicBezTo>
                    <a:pt x="6421" y="12898"/>
                    <a:pt x="2865" y="12009"/>
                    <a:pt x="1214" y="9342"/>
                  </a:cubicBezTo>
                  <a:lnTo>
                    <a:pt x="833" y="8707"/>
                  </a:lnTo>
                  <a:cubicBezTo>
                    <a:pt x="-818" y="6040"/>
                    <a:pt x="71" y="2484"/>
                    <a:pt x="2738" y="833"/>
                  </a:cubicBezTo>
                  <a:cubicBezTo>
                    <a:pt x="5405" y="-818"/>
                    <a:pt x="8961" y="71"/>
                    <a:pt x="10612" y="2738"/>
                  </a:cubicBezTo>
                  <a:close/>
                </a:path>
              </a:pathLst>
            </a:custGeom>
            <a:solidFill>
              <a:srgbClr val="272525"/>
            </a:solidFill>
          </p:spPr>
        </p:sp>
        <p:sp>
          <p:nvSpPr>
            <p:cNvPr name="Freeform 45" id="45"/>
            <p:cNvSpPr/>
            <p:nvPr/>
          </p:nvSpPr>
          <p:spPr>
            <a:xfrm flipH="false" flipV="false" rot="0">
              <a:off x="8276712" y="3469049"/>
              <a:ext cx="12076" cy="11976"/>
            </a:xfrm>
            <a:custGeom>
              <a:avLst/>
              <a:gdLst/>
              <a:ahLst/>
              <a:cxnLst/>
              <a:rect r="r" b="b" t="t" l="l"/>
              <a:pathLst>
                <a:path h="11976" w="12076">
                  <a:moveTo>
                    <a:pt x="9911" y="1861"/>
                  </a:moveTo>
                  <a:lnTo>
                    <a:pt x="10546" y="2496"/>
                  </a:lnTo>
                  <a:cubicBezTo>
                    <a:pt x="12705" y="4782"/>
                    <a:pt x="12578" y="8465"/>
                    <a:pt x="10165" y="10497"/>
                  </a:cubicBezTo>
                  <a:cubicBezTo>
                    <a:pt x="7752" y="12529"/>
                    <a:pt x="4196" y="12529"/>
                    <a:pt x="2164" y="10116"/>
                  </a:cubicBezTo>
                  <a:lnTo>
                    <a:pt x="1529" y="9481"/>
                  </a:lnTo>
                  <a:cubicBezTo>
                    <a:pt x="-630" y="7195"/>
                    <a:pt x="-503" y="3512"/>
                    <a:pt x="1910" y="1480"/>
                  </a:cubicBezTo>
                  <a:cubicBezTo>
                    <a:pt x="4323" y="-552"/>
                    <a:pt x="7879" y="-552"/>
                    <a:pt x="9911" y="1861"/>
                  </a:cubicBezTo>
                  <a:close/>
                </a:path>
              </a:pathLst>
            </a:custGeom>
            <a:solidFill>
              <a:srgbClr val="272525"/>
            </a:solidFill>
          </p:spPr>
        </p:sp>
        <p:sp>
          <p:nvSpPr>
            <p:cNvPr name="Freeform 46" id="46"/>
            <p:cNvSpPr/>
            <p:nvPr/>
          </p:nvSpPr>
          <p:spPr>
            <a:xfrm flipH="false" flipV="false" rot="0">
              <a:off x="8277232" y="3469738"/>
              <a:ext cx="12052" cy="11996"/>
            </a:xfrm>
            <a:custGeom>
              <a:avLst/>
              <a:gdLst/>
              <a:ahLst/>
              <a:cxnLst/>
              <a:rect r="r" b="b" t="t" l="l"/>
              <a:pathLst>
                <a:path h="11996" w="12052">
                  <a:moveTo>
                    <a:pt x="9010" y="1045"/>
                  </a:moveTo>
                  <a:lnTo>
                    <a:pt x="9645" y="1553"/>
                  </a:lnTo>
                  <a:cubicBezTo>
                    <a:pt x="12185" y="3331"/>
                    <a:pt x="12820" y="6887"/>
                    <a:pt x="11042" y="9554"/>
                  </a:cubicBezTo>
                  <a:cubicBezTo>
                    <a:pt x="9265" y="12221"/>
                    <a:pt x="5708" y="12729"/>
                    <a:pt x="3042" y="10951"/>
                  </a:cubicBezTo>
                  <a:lnTo>
                    <a:pt x="2406" y="10443"/>
                  </a:lnTo>
                  <a:cubicBezTo>
                    <a:pt x="-133" y="8665"/>
                    <a:pt x="-769" y="5109"/>
                    <a:pt x="1009" y="2442"/>
                  </a:cubicBezTo>
                  <a:cubicBezTo>
                    <a:pt x="2787" y="-225"/>
                    <a:pt x="6343" y="-733"/>
                    <a:pt x="9010" y="1045"/>
                  </a:cubicBezTo>
                  <a:close/>
                </a:path>
              </a:pathLst>
            </a:custGeom>
            <a:solidFill>
              <a:srgbClr val="272525"/>
            </a:solidFill>
          </p:spPr>
        </p:sp>
        <p:sp>
          <p:nvSpPr>
            <p:cNvPr name="Freeform 47" id="47"/>
            <p:cNvSpPr/>
            <p:nvPr/>
          </p:nvSpPr>
          <p:spPr>
            <a:xfrm flipH="false" flipV="false" rot="0">
              <a:off x="8278070" y="3470104"/>
              <a:ext cx="12153" cy="11772"/>
            </a:xfrm>
            <a:custGeom>
              <a:avLst/>
              <a:gdLst/>
              <a:ahLst/>
              <a:cxnLst/>
              <a:rect r="r" b="b" t="t" l="l"/>
              <a:pathLst>
                <a:path h="11772" w="12153">
                  <a:moveTo>
                    <a:pt x="8299" y="679"/>
                  </a:moveTo>
                  <a:lnTo>
                    <a:pt x="9061" y="1060"/>
                  </a:lnTo>
                  <a:cubicBezTo>
                    <a:pt x="11855" y="2457"/>
                    <a:pt x="12998" y="5886"/>
                    <a:pt x="11474" y="8680"/>
                  </a:cubicBezTo>
                  <a:cubicBezTo>
                    <a:pt x="9950" y="11474"/>
                    <a:pt x="6648" y="12617"/>
                    <a:pt x="3854" y="11093"/>
                  </a:cubicBezTo>
                  <a:lnTo>
                    <a:pt x="3092" y="10712"/>
                  </a:lnTo>
                  <a:cubicBezTo>
                    <a:pt x="298" y="9315"/>
                    <a:pt x="-845" y="5886"/>
                    <a:pt x="679" y="3092"/>
                  </a:cubicBezTo>
                  <a:cubicBezTo>
                    <a:pt x="2203" y="298"/>
                    <a:pt x="5505" y="-845"/>
                    <a:pt x="8299" y="679"/>
                  </a:cubicBezTo>
                  <a:close/>
                </a:path>
              </a:pathLst>
            </a:custGeom>
            <a:solidFill>
              <a:srgbClr val="272525"/>
            </a:solidFill>
          </p:spPr>
        </p:sp>
        <p:sp>
          <p:nvSpPr>
            <p:cNvPr name="Freeform 48" id="48"/>
            <p:cNvSpPr/>
            <p:nvPr/>
          </p:nvSpPr>
          <p:spPr>
            <a:xfrm flipH="false" flipV="false" rot="0">
              <a:off x="8278703" y="3470495"/>
              <a:ext cx="12030" cy="11498"/>
            </a:xfrm>
            <a:custGeom>
              <a:avLst/>
              <a:gdLst/>
              <a:ahLst/>
              <a:cxnLst/>
              <a:rect r="r" b="b" t="t" l="l"/>
              <a:pathLst>
                <a:path h="11498" w="12030">
                  <a:moveTo>
                    <a:pt x="7412" y="288"/>
                  </a:moveTo>
                  <a:lnTo>
                    <a:pt x="8047" y="415"/>
                  </a:lnTo>
                  <a:cubicBezTo>
                    <a:pt x="11095" y="1304"/>
                    <a:pt x="12746" y="4606"/>
                    <a:pt x="11730" y="7527"/>
                  </a:cubicBezTo>
                  <a:cubicBezTo>
                    <a:pt x="10714" y="10448"/>
                    <a:pt x="7539" y="12226"/>
                    <a:pt x="4619" y="11210"/>
                  </a:cubicBezTo>
                  <a:lnTo>
                    <a:pt x="3983" y="11083"/>
                  </a:lnTo>
                  <a:cubicBezTo>
                    <a:pt x="935" y="10194"/>
                    <a:pt x="-716" y="6892"/>
                    <a:pt x="300" y="3971"/>
                  </a:cubicBezTo>
                  <a:cubicBezTo>
                    <a:pt x="1316" y="1050"/>
                    <a:pt x="4491" y="-728"/>
                    <a:pt x="7412" y="288"/>
                  </a:cubicBezTo>
                  <a:close/>
                </a:path>
              </a:pathLst>
            </a:custGeom>
            <a:solidFill>
              <a:srgbClr val="272525"/>
            </a:solidFill>
          </p:spPr>
        </p:sp>
        <p:sp>
          <p:nvSpPr>
            <p:cNvPr name="Freeform 49" id="49"/>
            <p:cNvSpPr/>
            <p:nvPr/>
          </p:nvSpPr>
          <p:spPr>
            <a:xfrm flipH="false" flipV="false" rot="0">
              <a:off x="8279437" y="3470709"/>
              <a:ext cx="11832" cy="11452"/>
            </a:xfrm>
            <a:custGeom>
              <a:avLst/>
              <a:gdLst/>
              <a:ahLst/>
              <a:cxnLst/>
              <a:rect r="r" b="b" t="t" l="l"/>
              <a:pathLst>
                <a:path h="11452" w="11832">
                  <a:moveTo>
                    <a:pt x="6551" y="74"/>
                  </a:moveTo>
                  <a:lnTo>
                    <a:pt x="7059" y="201"/>
                  </a:lnTo>
                  <a:cubicBezTo>
                    <a:pt x="10107" y="709"/>
                    <a:pt x="12266" y="3630"/>
                    <a:pt x="11758" y="6678"/>
                  </a:cubicBezTo>
                  <a:cubicBezTo>
                    <a:pt x="11250" y="9726"/>
                    <a:pt x="8329" y="11885"/>
                    <a:pt x="5281" y="11377"/>
                  </a:cubicBezTo>
                  <a:lnTo>
                    <a:pt x="4773" y="11250"/>
                  </a:lnTo>
                  <a:cubicBezTo>
                    <a:pt x="1725" y="10742"/>
                    <a:pt x="-434" y="7821"/>
                    <a:pt x="74" y="4773"/>
                  </a:cubicBezTo>
                  <a:cubicBezTo>
                    <a:pt x="582" y="1725"/>
                    <a:pt x="3503" y="-434"/>
                    <a:pt x="6551" y="74"/>
                  </a:cubicBezTo>
                  <a:close/>
                </a:path>
              </a:pathLst>
            </a:custGeom>
            <a:solidFill>
              <a:srgbClr val="272525"/>
            </a:solidFill>
          </p:spPr>
        </p:sp>
        <p:sp>
          <p:nvSpPr>
            <p:cNvPr name="Freeform 50" id="50"/>
            <p:cNvSpPr/>
            <p:nvPr/>
          </p:nvSpPr>
          <p:spPr>
            <a:xfrm flipH="false" flipV="false" rot="0">
              <a:off x="8279892" y="3470783"/>
              <a:ext cx="111506" cy="11557"/>
            </a:xfrm>
            <a:custGeom>
              <a:avLst/>
              <a:gdLst/>
              <a:ahLst/>
              <a:cxnLst/>
              <a:rect r="r" b="b" t="t" l="l"/>
              <a:pathLst>
                <a:path h="11557" w="111506">
                  <a:moveTo>
                    <a:pt x="5715" y="0"/>
                  </a:moveTo>
                  <a:lnTo>
                    <a:pt x="105791" y="127"/>
                  </a:lnTo>
                  <a:cubicBezTo>
                    <a:pt x="108966" y="127"/>
                    <a:pt x="111506" y="2667"/>
                    <a:pt x="111506" y="5842"/>
                  </a:cubicBezTo>
                  <a:cubicBezTo>
                    <a:pt x="111506" y="9017"/>
                    <a:pt x="108966" y="11557"/>
                    <a:pt x="105791" y="11557"/>
                  </a:cubicBezTo>
                  <a:lnTo>
                    <a:pt x="5715" y="11430"/>
                  </a:lnTo>
                  <a:cubicBezTo>
                    <a:pt x="2540" y="11430"/>
                    <a:pt x="0" y="8890"/>
                    <a:pt x="0" y="5715"/>
                  </a:cubicBezTo>
                  <a:cubicBezTo>
                    <a:pt x="0" y="2540"/>
                    <a:pt x="2540" y="0"/>
                    <a:pt x="5715" y="0"/>
                  </a:cubicBezTo>
                  <a:close/>
                </a:path>
              </a:pathLst>
            </a:custGeom>
            <a:solidFill>
              <a:srgbClr val="272525"/>
            </a:solidFill>
          </p:spPr>
        </p:sp>
        <p:sp>
          <p:nvSpPr>
            <p:cNvPr name="Freeform 51" id="51"/>
            <p:cNvSpPr/>
            <p:nvPr/>
          </p:nvSpPr>
          <p:spPr>
            <a:xfrm flipH="false" flipV="false" rot="0">
              <a:off x="8379929" y="3470681"/>
              <a:ext cx="12670" cy="11552"/>
            </a:xfrm>
            <a:custGeom>
              <a:avLst/>
              <a:gdLst/>
              <a:ahLst/>
              <a:cxnLst/>
              <a:rect r="r" b="b" t="t" l="l"/>
              <a:pathLst>
                <a:path h="11552" w="12670">
                  <a:moveTo>
                    <a:pt x="5246" y="229"/>
                  </a:moveTo>
                  <a:cubicBezTo>
                    <a:pt x="5246" y="229"/>
                    <a:pt x="5373" y="229"/>
                    <a:pt x="5500" y="229"/>
                  </a:cubicBezTo>
                  <a:cubicBezTo>
                    <a:pt x="8548" y="-660"/>
                    <a:pt x="11723" y="1118"/>
                    <a:pt x="12485" y="4166"/>
                  </a:cubicBezTo>
                  <a:cubicBezTo>
                    <a:pt x="13247" y="7214"/>
                    <a:pt x="11596" y="10389"/>
                    <a:pt x="8548" y="11151"/>
                  </a:cubicBezTo>
                  <a:cubicBezTo>
                    <a:pt x="7786" y="11405"/>
                    <a:pt x="7024" y="11532"/>
                    <a:pt x="6262" y="11532"/>
                  </a:cubicBezTo>
                  <a:cubicBezTo>
                    <a:pt x="3087" y="11786"/>
                    <a:pt x="420" y="9500"/>
                    <a:pt x="39" y="6325"/>
                  </a:cubicBezTo>
                  <a:cubicBezTo>
                    <a:pt x="-342" y="3150"/>
                    <a:pt x="2071" y="483"/>
                    <a:pt x="5246" y="102"/>
                  </a:cubicBezTo>
                  <a:close/>
                </a:path>
              </a:pathLst>
            </a:custGeom>
            <a:solidFill>
              <a:srgbClr val="272525"/>
            </a:solidFill>
          </p:spPr>
        </p:sp>
        <p:sp>
          <p:nvSpPr>
            <p:cNvPr name="Freeform 52" id="52"/>
            <p:cNvSpPr/>
            <p:nvPr/>
          </p:nvSpPr>
          <p:spPr>
            <a:xfrm flipH="false" flipV="false" rot="0">
              <a:off x="8381112" y="3470404"/>
              <a:ext cx="12316" cy="11808"/>
            </a:xfrm>
            <a:custGeom>
              <a:avLst/>
              <a:gdLst/>
              <a:ahLst/>
              <a:cxnLst/>
              <a:rect r="r" b="b" t="t" l="l"/>
              <a:pathLst>
                <a:path h="11808" w="12316">
                  <a:moveTo>
                    <a:pt x="3809" y="633"/>
                  </a:moveTo>
                  <a:lnTo>
                    <a:pt x="4571" y="379"/>
                  </a:lnTo>
                  <a:cubicBezTo>
                    <a:pt x="7491" y="-764"/>
                    <a:pt x="10794" y="760"/>
                    <a:pt x="11937" y="3808"/>
                  </a:cubicBezTo>
                  <a:cubicBezTo>
                    <a:pt x="13080" y="6856"/>
                    <a:pt x="11556" y="10031"/>
                    <a:pt x="8508" y="11174"/>
                  </a:cubicBezTo>
                  <a:lnTo>
                    <a:pt x="7746" y="11428"/>
                  </a:lnTo>
                  <a:cubicBezTo>
                    <a:pt x="4825" y="12571"/>
                    <a:pt x="1523" y="11047"/>
                    <a:pt x="380" y="7999"/>
                  </a:cubicBezTo>
                  <a:cubicBezTo>
                    <a:pt x="-763" y="4951"/>
                    <a:pt x="761" y="1776"/>
                    <a:pt x="3809" y="633"/>
                  </a:cubicBezTo>
                  <a:close/>
                </a:path>
              </a:pathLst>
            </a:custGeom>
            <a:solidFill>
              <a:srgbClr val="272525"/>
            </a:solidFill>
          </p:spPr>
        </p:sp>
        <p:sp>
          <p:nvSpPr>
            <p:cNvPr name="Freeform 53" id="53"/>
            <p:cNvSpPr/>
            <p:nvPr/>
          </p:nvSpPr>
          <p:spPr>
            <a:xfrm flipH="false" flipV="false" rot="0">
              <a:off x="8382012" y="3470033"/>
              <a:ext cx="11914" cy="11660"/>
            </a:xfrm>
            <a:custGeom>
              <a:avLst/>
              <a:gdLst/>
              <a:ahLst/>
              <a:cxnLst/>
              <a:rect r="r" b="b" t="t" l="l"/>
              <a:pathLst>
                <a:path h="11660" w="11914">
                  <a:moveTo>
                    <a:pt x="3036" y="1004"/>
                  </a:moveTo>
                  <a:lnTo>
                    <a:pt x="3671" y="623"/>
                  </a:lnTo>
                  <a:cubicBezTo>
                    <a:pt x="6465" y="-774"/>
                    <a:pt x="9894" y="242"/>
                    <a:pt x="11291" y="3036"/>
                  </a:cubicBezTo>
                  <a:cubicBezTo>
                    <a:pt x="12688" y="5830"/>
                    <a:pt x="11672" y="9259"/>
                    <a:pt x="8878" y="10656"/>
                  </a:cubicBezTo>
                  <a:lnTo>
                    <a:pt x="8243" y="11037"/>
                  </a:lnTo>
                  <a:cubicBezTo>
                    <a:pt x="5449" y="12434"/>
                    <a:pt x="2020" y="11418"/>
                    <a:pt x="623" y="8624"/>
                  </a:cubicBezTo>
                  <a:cubicBezTo>
                    <a:pt x="-774" y="5830"/>
                    <a:pt x="242" y="2401"/>
                    <a:pt x="3036" y="1004"/>
                  </a:cubicBezTo>
                  <a:close/>
                </a:path>
              </a:pathLst>
            </a:custGeom>
            <a:solidFill>
              <a:srgbClr val="272525"/>
            </a:solidFill>
          </p:spPr>
        </p:sp>
        <p:sp>
          <p:nvSpPr>
            <p:cNvPr name="Freeform 54" id="54"/>
            <p:cNvSpPr/>
            <p:nvPr/>
          </p:nvSpPr>
          <p:spPr>
            <a:xfrm flipH="false" flipV="false" rot="0">
              <a:off x="8382625" y="3469504"/>
              <a:ext cx="12084" cy="11957"/>
            </a:xfrm>
            <a:custGeom>
              <a:avLst/>
              <a:gdLst/>
              <a:ahLst/>
              <a:cxnLst/>
              <a:rect r="r" b="b" t="t" l="l"/>
              <a:pathLst>
                <a:path h="11957" w="12084">
                  <a:moveTo>
                    <a:pt x="2296" y="1660"/>
                  </a:moveTo>
                  <a:lnTo>
                    <a:pt x="2931" y="1152"/>
                  </a:lnTo>
                  <a:cubicBezTo>
                    <a:pt x="5471" y="-753"/>
                    <a:pt x="9027" y="-245"/>
                    <a:pt x="10932" y="2295"/>
                  </a:cubicBezTo>
                  <a:cubicBezTo>
                    <a:pt x="12837" y="4835"/>
                    <a:pt x="12328" y="8391"/>
                    <a:pt x="9789" y="10296"/>
                  </a:cubicBezTo>
                  <a:lnTo>
                    <a:pt x="9153" y="10804"/>
                  </a:lnTo>
                  <a:cubicBezTo>
                    <a:pt x="6614" y="12709"/>
                    <a:pt x="3058" y="12201"/>
                    <a:pt x="1152" y="9661"/>
                  </a:cubicBezTo>
                  <a:cubicBezTo>
                    <a:pt x="-752" y="7121"/>
                    <a:pt x="-244" y="3565"/>
                    <a:pt x="2296" y="1660"/>
                  </a:cubicBezTo>
                  <a:close/>
                </a:path>
              </a:pathLst>
            </a:custGeom>
            <a:solidFill>
              <a:srgbClr val="272525"/>
            </a:solidFill>
          </p:spPr>
        </p:sp>
        <p:sp>
          <p:nvSpPr>
            <p:cNvPr name="Freeform 55" id="55"/>
            <p:cNvSpPr/>
            <p:nvPr/>
          </p:nvSpPr>
          <p:spPr>
            <a:xfrm flipH="false" flipV="false" rot="0">
              <a:off x="8383251" y="3469113"/>
              <a:ext cx="11848" cy="11849"/>
            </a:xfrm>
            <a:custGeom>
              <a:avLst/>
              <a:gdLst/>
              <a:ahLst/>
              <a:cxnLst/>
              <a:rect r="r" b="b" t="t" l="l"/>
              <a:pathLst>
                <a:path h="11849" w="11848">
                  <a:moveTo>
                    <a:pt x="1543" y="2305"/>
                  </a:moveTo>
                  <a:lnTo>
                    <a:pt x="2050" y="1797"/>
                  </a:lnTo>
                  <a:cubicBezTo>
                    <a:pt x="4210" y="-489"/>
                    <a:pt x="7766" y="-616"/>
                    <a:pt x="10051" y="1543"/>
                  </a:cubicBezTo>
                  <a:cubicBezTo>
                    <a:pt x="12337" y="3702"/>
                    <a:pt x="12464" y="7258"/>
                    <a:pt x="10306" y="9544"/>
                  </a:cubicBezTo>
                  <a:lnTo>
                    <a:pt x="9798" y="10052"/>
                  </a:lnTo>
                  <a:cubicBezTo>
                    <a:pt x="7638" y="12338"/>
                    <a:pt x="4083" y="12465"/>
                    <a:pt x="1797" y="10306"/>
                  </a:cubicBezTo>
                  <a:cubicBezTo>
                    <a:pt x="-489" y="8147"/>
                    <a:pt x="-616" y="4591"/>
                    <a:pt x="1543" y="2305"/>
                  </a:cubicBezTo>
                  <a:close/>
                </a:path>
              </a:pathLst>
            </a:custGeom>
            <a:solidFill>
              <a:srgbClr val="272525"/>
            </a:solidFill>
          </p:spPr>
        </p:sp>
        <p:sp>
          <p:nvSpPr>
            <p:cNvPr name="Freeform 56" id="56"/>
            <p:cNvSpPr/>
            <p:nvPr/>
          </p:nvSpPr>
          <p:spPr>
            <a:xfrm flipH="false" flipV="false" rot="0">
              <a:off x="8383698" y="3468671"/>
              <a:ext cx="11717" cy="11844"/>
            </a:xfrm>
            <a:custGeom>
              <a:avLst/>
              <a:gdLst/>
              <a:ahLst/>
              <a:cxnLst/>
              <a:rect r="r" b="b" t="t" l="l"/>
              <a:pathLst>
                <a:path h="11844" w="11717">
                  <a:moveTo>
                    <a:pt x="969" y="3001"/>
                  </a:moveTo>
                  <a:lnTo>
                    <a:pt x="1351" y="2493"/>
                  </a:lnTo>
                  <a:cubicBezTo>
                    <a:pt x="3128" y="-47"/>
                    <a:pt x="6684" y="-809"/>
                    <a:pt x="9225" y="969"/>
                  </a:cubicBezTo>
                  <a:cubicBezTo>
                    <a:pt x="11764" y="2747"/>
                    <a:pt x="12526" y="6303"/>
                    <a:pt x="10749" y="8843"/>
                  </a:cubicBezTo>
                  <a:lnTo>
                    <a:pt x="10367" y="9351"/>
                  </a:lnTo>
                  <a:cubicBezTo>
                    <a:pt x="8589" y="11891"/>
                    <a:pt x="5033" y="12653"/>
                    <a:pt x="2493" y="10875"/>
                  </a:cubicBezTo>
                  <a:cubicBezTo>
                    <a:pt x="-47" y="9097"/>
                    <a:pt x="-809" y="5541"/>
                    <a:pt x="969" y="3001"/>
                  </a:cubicBezTo>
                  <a:close/>
                </a:path>
              </a:pathLst>
            </a:custGeom>
            <a:solidFill>
              <a:srgbClr val="272525"/>
            </a:solidFill>
          </p:spPr>
        </p:sp>
        <p:sp>
          <p:nvSpPr>
            <p:cNvPr name="Freeform 57" id="57"/>
            <p:cNvSpPr/>
            <p:nvPr/>
          </p:nvSpPr>
          <p:spPr>
            <a:xfrm flipH="false" flipV="false" rot="0">
              <a:off x="8383992" y="3468055"/>
              <a:ext cx="11637" cy="11932"/>
            </a:xfrm>
            <a:custGeom>
              <a:avLst/>
              <a:gdLst/>
              <a:ahLst/>
              <a:cxnLst/>
              <a:rect r="r" b="b" t="t" l="l"/>
              <a:pathLst>
                <a:path h="11932" w="11637">
                  <a:moveTo>
                    <a:pt x="548" y="3871"/>
                  </a:moveTo>
                  <a:lnTo>
                    <a:pt x="802" y="3363"/>
                  </a:lnTo>
                  <a:cubicBezTo>
                    <a:pt x="2072" y="442"/>
                    <a:pt x="5501" y="-828"/>
                    <a:pt x="8295" y="569"/>
                  </a:cubicBezTo>
                  <a:cubicBezTo>
                    <a:pt x="11089" y="1966"/>
                    <a:pt x="12486" y="5268"/>
                    <a:pt x="11089" y="8062"/>
                  </a:cubicBezTo>
                  <a:lnTo>
                    <a:pt x="10835" y="8570"/>
                  </a:lnTo>
                  <a:cubicBezTo>
                    <a:pt x="9565" y="11491"/>
                    <a:pt x="6136" y="12761"/>
                    <a:pt x="3342" y="11364"/>
                  </a:cubicBezTo>
                  <a:cubicBezTo>
                    <a:pt x="548" y="9967"/>
                    <a:pt x="-849" y="6665"/>
                    <a:pt x="548" y="3871"/>
                  </a:cubicBezTo>
                  <a:close/>
                </a:path>
              </a:pathLst>
            </a:custGeom>
            <a:solidFill>
              <a:srgbClr val="272525"/>
            </a:solidFill>
          </p:spPr>
        </p:sp>
        <p:sp>
          <p:nvSpPr>
            <p:cNvPr name="Freeform 58" id="58"/>
            <p:cNvSpPr/>
            <p:nvPr/>
          </p:nvSpPr>
          <p:spPr>
            <a:xfrm flipH="false" flipV="false" rot="0">
              <a:off x="8384227" y="3467434"/>
              <a:ext cx="11676" cy="12031"/>
            </a:xfrm>
            <a:custGeom>
              <a:avLst/>
              <a:gdLst/>
              <a:ahLst/>
              <a:cxnLst/>
              <a:rect r="r" b="b" t="t" l="l"/>
              <a:pathLst>
                <a:path h="12031" w="11676">
                  <a:moveTo>
                    <a:pt x="313" y="4492"/>
                  </a:moveTo>
                  <a:lnTo>
                    <a:pt x="567" y="3857"/>
                  </a:lnTo>
                  <a:cubicBezTo>
                    <a:pt x="1583" y="936"/>
                    <a:pt x="4758" y="-715"/>
                    <a:pt x="7806" y="301"/>
                  </a:cubicBezTo>
                  <a:cubicBezTo>
                    <a:pt x="10854" y="1317"/>
                    <a:pt x="12378" y="4492"/>
                    <a:pt x="11362" y="7540"/>
                  </a:cubicBezTo>
                  <a:lnTo>
                    <a:pt x="11108" y="8175"/>
                  </a:lnTo>
                  <a:cubicBezTo>
                    <a:pt x="10092" y="11096"/>
                    <a:pt x="6917" y="12747"/>
                    <a:pt x="3870" y="11731"/>
                  </a:cubicBezTo>
                  <a:cubicBezTo>
                    <a:pt x="821" y="10715"/>
                    <a:pt x="-703" y="7540"/>
                    <a:pt x="313" y="4492"/>
                  </a:cubicBezTo>
                  <a:close/>
                </a:path>
              </a:pathLst>
            </a:custGeom>
            <a:solidFill>
              <a:srgbClr val="272525"/>
            </a:solidFill>
          </p:spPr>
        </p:sp>
        <p:sp>
          <p:nvSpPr>
            <p:cNvPr name="Freeform 59" id="59"/>
            <p:cNvSpPr/>
            <p:nvPr/>
          </p:nvSpPr>
          <p:spPr>
            <a:xfrm flipH="false" flipV="false" rot="0">
              <a:off x="8329930" y="3483864"/>
              <a:ext cx="11685" cy="41529"/>
            </a:xfrm>
            <a:custGeom>
              <a:avLst/>
              <a:gdLst/>
              <a:ahLst/>
              <a:cxnLst/>
              <a:rect r="r" b="b" t="t" l="l"/>
              <a:pathLst>
                <a:path h="41529" w="11685">
                  <a:moveTo>
                    <a:pt x="11430" y="5715"/>
                  </a:moveTo>
                  <a:lnTo>
                    <a:pt x="11684" y="35814"/>
                  </a:lnTo>
                  <a:cubicBezTo>
                    <a:pt x="11684" y="38989"/>
                    <a:pt x="9144" y="41529"/>
                    <a:pt x="5969" y="41529"/>
                  </a:cubicBezTo>
                  <a:cubicBezTo>
                    <a:pt x="2794" y="41529"/>
                    <a:pt x="254" y="38989"/>
                    <a:pt x="254" y="35814"/>
                  </a:cubicBezTo>
                  <a:lnTo>
                    <a:pt x="0" y="5715"/>
                  </a:lnTo>
                  <a:cubicBezTo>
                    <a:pt x="0" y="2540"/>
                    <a:pt x="2540" y="0"/>
                    <a:pt x="5715" y="0"/>
                  </a:cubicBezTo>
                  <a:cubicBezTo>
                    <a:pt x="8890" y="0"/>
                    <a:pt x="11430" y="2540"/>
                    <a:pt x="11430" y="5715"/>
                  </a:cubicBezTo>
                  <a:close/>
                </a:path>
              </a:pathLst>
            </a:custGeom>
            <a:solidFill>
              <a:srgbClr val="272525"/>
            </a:solidFill>
          </p:spPr>
        </p:sp>
        <p:sp>
          <p:nvSpPr>
            <p:cNvPr name="Freeform 60" id="60"/>
            <p:cNvSpPr/>
            <p:nvPr/>
          </p:nvSpPr>
          <p:spPr>
            <a:xfrm flipH="false" flipV="false" rot="0">
              <a:off x="8247634" y="3500501"/>
              <a:ext cx="176657" cy="11430"/>
            </a:xfrm>
            <a:custGeom>
              <a:avLst/>
              <a:gdLst/>
              <a:ahLst/>
              <a:cxnLst/>
              <a:rect r="r" b="b" t="t" l="l"/>
              <a:pathLst>
                <a:path h="11430" w="176657">
                  <a:moveTo>
                    <a:pt x="170942" y="11430"/>
                  </a:moveTo>
                  <a:lnTo>
                    <a:pt x="5715" y="11430"/>
                  </a:lnTo>
                  <a:cubicBezTo>
                    <a:pt x="2540" y="11430"/>
                    <a:pt x="0" y="8890"/>
                    <a:pt x="0" y="5715"/>
                  </a:cubicBezTo>
                  <a:cubicBezTo>
                    <a:pt x="0" y="2540"/>
                    <a:pt x="2540" y="0"/>
                    <a:pt x="5715" y="0"/>
                  </a:cubicBezTo>
                  <a:lnTo>
                    <a:pt x="170942" y="0"/>
                  </a:lnTo>
                  <a:cubicBezTo>
                    <a:pt x="174117" y="0"/>
                    <a:pt x="176657" y="2540"/>
                    <a:pt x="176657" y="5715"/>
                  </a:cubicBezTo>
                  <a:cubicBezTo>
                    <a:pt x="176657" y="8890"/>
                    <a:pt x="174117" y="11430"/>
                    <a:pt x="170942" y="11430"/>
                  </a:cubicBezTo>
                  <a:close/>
                </a:path>
              </a:pathLst>
            </a:custGeom>
            <a:solidFill>
              <a:srgbClr val="272525"/>
            </a:solidFill>
          </p:spPr>
        </p:sp>
        <p:sp>
          <p:nvSpPr>
            <p:cNvPr name="Freeform 61" id="61"/>
            <p:cNvSpPr/>
            <p:nvPr/>
          </p:nvSpPr>
          <p:spPr>
            <a:xfrm flipH="false" flipV="false" rot="0">
              <a:off x="8247634" y="3500628"/>
              <a:ext cx="11430" cy="24892"/>
            </a:xfrm>
            <a:custGeom>
              <a:avLst/>
              <a:gdLst/>
              <a:ahLst/>
              <a:cxnLst/>
              <a:rect r="r" b="b" t="t" l="l"/>
              <a:pathLst>
                <a:path h="24892" w="11430">
                  <a:moveTo>
                    <a:pt x="0" y="19177"/>
                  </a:moveTo>
                  <a:lnTo>
                    <a:pt x="0" y="5715"/>
                  </a:lnTo>
                  <a:cubicBezTo>
                    <a:pt x="0" y="2540"/>
                    <a:pt x="2540" y="0"/>
                    <a:pt x="5715" y="0"/>
                  </a:cubicBezTo>
                  <a:cubicBezTo>
                    <a:pt x="8890" y="0"/>
                    <a:pt x="11430" y="2540"/>
                    <a:pt x="11430" y="5715"/>
                  </a:cubicBezTo>
                  <a:lnTo>
                    <a:pt x="11430" y="19177"/>
                  </a:lnTo>
                  <a:cubicBezTo>
                    <a:pt x="11430" y="22352"/>
                    <a:pt x="8890" y="24892"/>
                    <a:pt x="5715" y="24892"/>
                  </a:cubicBezTo>
                  <a:cubicBezTo>
                    <a:pt x="2540" y="24892"/>
                    <a:pt x="0" y="22352"/>
                    <a:pt x="0" y="19177"/>
                  </a:cubicBezTo>
                  <a:close/>
                </a:path>
              </a:pathLst>
            </a:custGeom>
            <a:solidFill>
              <a:srgbClr val="272525"/>
            </a:solidFill>
          </p:spPr>
        </p:sp>
        <p:sp>
          <p:nvSpPr>
            <p:cNvPr name="Freeform 62" id="62"/>
            <p:cNvSpPr/>
            <p:nvPr/>
          </p:nvSpPr>
          <p:spPr>
            <a:xfrm flipH="false" flipV="false" rot="0">
              <a:off x="8412729" y="3500497"/>
              <a:ext cx="11439" cy="24901"/>
            </a:xfrm>
            <a:custGeom>
              <a:avLst/>
              <a:gdLst/>
              <a:ahLst/>
              <a:cxnLst/>
              <a:rect r="r" b="b" t="t" l="l"/>
              <a:pathLst>
                <a:path h="24901" w="11439">
                  <a:moveTo>
                    <a:pt x="5" y="19181"/>
                  </a:moveTo>
                  <a:lnTo>
                    <a:pt x="132" y="5592"/>
                  </a:lnTo>
                  <a:cubicBezTo>
                    <a:pt x="132" y="2417"/>
                    <a:pt x="2672" y="-123"/>
                    <a:pt x="5847" y="4"/>
                  </a:cubicBezTo>
                  <a:cubicBezTo>
                    <a:pt x="9022" y="131"/>
                    <a:pt x="11561" y="2544"/>
                    <a:pt x="11435" y="5719"/>
                  </a:cubicBezTo>
                  <a:lnTo>
                    <a:pt x="11308" y="19308"/>
                  </a:lnTo>
                  <a:cubicBezTo>
                    <a:pt x="11308" y="22483"/>
                    <a:pt x="8768" y="25023"/>
                    <a:pt x="5593" y="24896"/>
                  </a:cubicBezTo>
                  <a:cubicBezTo>
                    <a:pt x="2418" y="24769"/>
                    <a:pt x="-122" y="22356"/>
                    <a:pt x="5" y="19181"/>
                  </a:cubicBezTo>
                  <a:close/>
                </a:path>
              </a:pathLst>
            </a:custGeom>
            <a:solidFill>
              <a:srgbClr val="272525"/>
            </a:solidFill>
          </p:spPr>
        </p:sp>
        <p:sp>
          <p:nvSpPr>
            <p:cNvPr name="Freeform 63" id="63"/>
            <p:cNvSpPr/>
            <p:nvPr/>
          </p:nvSpPr>
          <p:spPr>
            <a:xfrm flipH="false" flipV="false" rot="0">
              <a:off x="8401303" y="3574542"/>
              <a:ext cx="34036" cy="11430"/>
            </a:xfrm>
            <a:custGeom>
              <a:avLst/>
              <a:gdLst/>
              <a:ahLst/>
              <a:cxnLst/>
              <a:rect r="r" b="b" t="t" l="l"/>
              <a:pathLst>
                <a:path h="11430" w="34036">
                  <a:moveTo>
                    <a:pt x="5716" y="0"/>
                  </a:moveTo>
                  <a:lnTo>
                    <a:pt x="28322" y="0"/>
                  </a:lnTo>
                  <a:cubicBezTo>
                    <a:pt x="31497" y="0"/>
                    <a:pt x="34036" y="2540"/>
                    <a:pt x="34036" y="5715"/>
                  </a:cubicBezTo>
                  <a:cubicBezTo>
                    <a:pt x="34036" y="8890"/>
                    <a:pt x="31497" y="11430"/>
                    <a:pt x="28322" y="11430"/>
                  </a:cubicBezTo>
                  <a:lnTo>
                    <a:pt x="5716" y="11430"/>
                  </a:lnTo>
                  <a:cubicBezTo>
                    <a:pt x="2541" y="11430"/>
                    <a:pt x="0" y="8890"/>
                    <a:pt x="0" y="5715"/>
                  </a:cubicBezTo>
                  <a:cubicBezTo>
                    <a:pt x="0" y="2540"/>
                    <a:pt x="2541" y="0"/>
                    <a:pt x="5716" y="0"/>
                  </a:cubicBezTo>
                  <a:close/>
                </a:path>
              </a:pathLst>
            </a:custGeom>
            <a:solidFill>
              <a:srgbClr val="272525"/>
            </a:solidFill>
          </p:spPr>
        </p:sp>
        <p:sp>
          <p:nvSpPr>
            <p:cNvPr name="Freeform 64" id="64"/>
            <p:cNvSpPr/>
            <p:nvPr/>
          </p:nvSpPr>
          <p:spPr>
            <a:xfrm flipH="false" flipV="false" rot="0">
              <a:off x="8312785" y="3528441"/>
              <a:ext cx="46990" cy="46990"/>
            </a:xfrm>
            <a:custGeom>
              <a:avLst/>
              <a:gdLst/>
              <a:ahLst/>
              <a:cxnLst/>
              <a:rect r="r" b="b" t="t" l="l"/>
              <a:pathLst>
                <a:path h="46990" w="46990">
                  <a:moveTo>
                    <a:pt x="46990" y="23495"/>
                  </a:moveTo>
                  <a:cubicBezTo>
                    <a:pt x="46990" y="26670"/>
                    <a:pt x="46355" y="29591"/>
                    <a:pt x="45212" y="32512"/>
                  </a:cubicBezTo>
                  <a:lnTo>
                    <a:pt x="40005" y="30353"/>
                  </a:lnTo>
                  <a:lnTo>
                    <a:pt x="45212" y="32512"/>
                  </a:lnTo>
                  <a:cubicBezTo>
                    <a:pt x="44069" y="35433"/>
                    <a:pt x="42291" y="37973"/>
                    <a:pt x="40132" y="40132"/>
                  </a:cubicBezTo>
                  <a:cubicBezTo>
                    <a:pt x="37973" y="42291"/>
                    <a:pt x="35306" y="44069"/>
                    <a:pt x="32512" y="45212"/>
                  </a:cubicBezTo>
                  <a:cubicBezTo>
                    <a:pt x="29591" y="46355"/>
                    <a:pt x="26670" y="46990"/>
                    <a:pt x="23495" y="46990"/>
                  </a:cubicBezTo>
                  <a:lnTo>
                    <a:pt x="23495" y="41275"/>
                  </a:lnTo>
                  <a:lnTo>
                    <a:pt x="23495" y="46990"/>
                  </a:lnTo>
                  <a:cubicBezTo>
                    <a:pt x="20320" y="46990"/>
                    <a:pt x="17399" y="46355"/>
                    <a:pt x="14478" y="45212"/>
                  </a:cubicBezTo>
                  <a:cubicBezTo>
                    <a:pt x="11557" y="44069"/>
                    <a:pt x="9017" y="42291"/>
                    <a:pt x="6858" y="40132"/>
                  </a:cubicBezTo>
                  <a:lnTo>
                    <a:pt x="10922" y="36068"/>
                  </a:lnTo>
                  <a:lnTo>
                    <a:pt x="6858" y="40132"/>
                  </a:lnTo>
                  <a:cubicBezTo>
                    <a:pt x="4699" y="37973"/>
                    <a:pt x="2921" y="35433"/>
                    <a:pt x="1778" y="32512"/>
                  </a:cubicBezTo>
                  <a:lnTo>
                    <a:pt x="6985" y="30353"/>
                  </a:lnTo>
                  <a:lnTo>
                    <a:pt x="1778" y="32512"/>
                  </a:lnTo>
                  <a:cubicBezTo>
                    <a:pt x="508" y="29591"/>
                    <a:pt x="0" y="26543"/>
                    <a:pt x="0" y="23495"/>
                  </a:cubicBezTo>
                  <a:lnTo>
                    <a:pt x="5715" y="23495"/>
                  </a:lnTo>
                  <a:lnTo>
                    <a:pt x="0" y="23495"/>
                  </a:lnTo>
                  <a:cubicBezTo>
                    <a:pt x="0" y="20447"/>
                    <a:pt x="635" y="17399"/>
                    <a:pt x="1778" y="14478"/>
                  </a:cubicBezTo>
                  <a:lnTo>
                    <a:pt x="6985" y="16637"/>
                  </a:lnTo>
                  <a:lnTo>
                    <a:pt x="1778" y="14478"/>
                  </a:lnTo>
                  <a:cubicBezTo>
                    <a:pt x="2921" y="11557"/>
                    <a:pt x="4699" y="9017"/>
                    <a:pt x="6858" y="6858"/>
                  </a:cubicBezTo>
                  <a:cubicBezTo>
                    <a:pt x="9017" y="4699"/>
                    <a:pt x="11557" y="2921"/>
                    <a:pt x="14478" y="1778"/>
                  </a:cubicBezTo>
                  <a:lnTo>
                    <a:pt x="16637" y="6985"/>
                  </a:lnTo>
                  <a:lnTo>
                    <a:pt x="14478" y="1778"/>
                  </a:lnTo>
                  <a:cubicBezTo>
                    <a:pt x="17399" y="635"/>
                    <a:pt x="20320" y="0"/>
                    <a:pt x="23495" y="0"/>
                  </a:cubicBezTo>
                  <a:lnTo>
                    <a:pt x="23495" y="5715"/>
                  </a:lnTo>
                  <a:lnTo>
                    <a:pt x="23495" y="0"/>
                  </a:lnTo>
                  <a:cubicBezTo>
                    <a:pt x="26670" y="0"/>
                    <a:pt x="29591" y="635"/>
                    <a:pt x="32512" y="1778"/>
                  </a:cubicBezTo>
                  <a:lnTo>
                    <a:pt x="30353" y="6985"/>
                  </a:lnTo>
                  <a:lnTo>
                    <a:pt x="32512" y="1778"/>
                  </a:lnTo>
                  <a:cubicBezTo>
                    <a:pt x="35433" y="2921"/>
                    <a:pt x="37973" y="4699"/>
                    <a:pt x="40132" y="6858"/>
                  </a:cubicBezTo>
                  <a:cubicBezTo>
                    <a:pt x="42291" y="9017"/>
                    <a:pt x="44069" y="11557"/>
                    <a:pt x="45212" y="14478"/>
                  </a:cubicBezTo>
                  <a:lnTo>
                    <a:pt x="40005" y="16637"/>
                  </a:lnTo>
                  <a:lnTo>
                    <a:pt x="45212" y="14478"/>
                  </a:lnTo>
                  <a:cubicBezTo>
                    <a:pt x="46355" y="17399"/>
                    <a:pt x="46990" y="20320"/>
                    <a:pt x="46990" y="23495"/>
                  </a:cubicBezTo>
                  <a:lnTo>
                    <a:pt x="41275" y="23495"/>
                  </a:lnTo>
                  <a:lnTo>
                    <a:pt x="46990" y="23495"/>
                  </a:lnTo>
                  <a:moveTo>
                    <a:pt x="35560" y="23495"/>
                  </a:moveTo>
                  <a:cubicBezTo>
                    <a:pt x="35560" y="21844"/>
                    <a:pt x="35306" y="20320"/>
                    <a:pt x="34671" y="18796"/>
                  </a:cubicBezTo>
                  <a:cubicBezTo>
                    <a:pt x="34036" y="17272"/>
                    <a:pt x="33147" y="16002"/>
                    <a:pt x="32004" y="14859"/>
                  </a:cubicBezTo>
                  <a:lnTo>
                    <a:pt x="36068" y="10795"/>
                  </a:lnTo>
                  <a:lnTo>
                    <a:pt x="32004" y="14859"/>
                  </a:lnTo>
                  <a:cubicBezTo>
                    <a:pt x="30861" y="13716"/>
                    <a:pt x="29591" y="12827"/>
                    <a:pt x="28067" y="12192"/>
                  </a:cubicBezTo>
                  <a:cubicBezTo>
                    <a:pt x="26543" y="11557"/>
                    <a:pt x="25019" y="11303"/>
                    <a:pt x="23368" y="11303"/>
                  </a:cubicBezTo>
                  <a:cubicBezTo>
                    <a:pt x="21717" y="11303"/>
                    <a:pt x="20193" y="11557"/>
                    <a:pt x="18669" y="12192"/>
                  </a:cubicBezTo>
                  <a:cubicBezTo>
                    <a:pt x="17145" y="12827"/>
                    <a:pt x="15875" y="13716"/>
                    <a:pt x="14732" y="14859"/>
                  </a:cubicBezTo>
                  <a:lnTo>
                    <a:pt x="10668" y="10795"/>
                  </a:lnTo>
                  <a:lnTo>
                    <a:pt x="14732" y="14859"/>
                  </a:lnTo>
                  <a:cubicBezTo>
                    <a:pt x="13589" y="16002"/>
                    <a:pt x="12700" y="17272"/>
                    <a:pt x="12065" y="18796"/>
                  </a:cubicBezTo>
                  <a:cubicBezTo>
                    <a:pt x="11430" y="20320"/>
                    <a:pt x="11176" y="21844"/>
                    <a:pt x="11176" y="23368"/>
                  </a:cubicBezTo>
                  <a:cubicBezTo>
                    <a:pt x="11176" y="24892"/>
                    <a:pt x="11430" y="26543"/>
                    <a:pt x="12065" y="27940"/>
                  </a:cubicBezTo>
                  <a:cubicBezTo>
                    <a:pt x="12700" y="29464"/>
                    <a:pt x="13589" y="30734"/>
                    <a:pt x="14732" y="31877"/>
                  </a:cubicBezTo>
                  <a:cubicBezTo>
                    <a:pt x="15875" y="33020"/>
                    <a:pt x="17145" y="33909"/>
                    <a:pt x="18669" y="34544"/>
                  </a:cubicBezTo>
                  <a:lnTo>
                    <a:pt x="16510" y="39751"/>
                  </a:lnTo>
                  <a:lnTo>
                    <a:pt x="18669" y="34544"/>
                  </a:lnTo>
                  <a:cubicBezTo>
                    <a:pt x="20193" y="35179"/>
                    <a:pt x="21717" y="35433"/>
                    <a:pt x="23368" y="35433"/>
                  </a:cubicBezTo>
                  <a:cubicBezTo>
                    <a:pt x="25019" y="35433"/>
                    <a:pt x="26543" y="35179"/>
                    <a:pt x="28067" y="34544"/>
                  </a:cubicBezTo>
                  <a:lnTo>
                    <a:pt x="30226" y="39751"/>
                  </a:lnTo>
                  <a:lnTo>
                    <a:pt x="28067" y="34544"/>
                  </a:lnTo>
                  <a:cubicBezTo>
                    <a:pt x="29591" y="33909"/>
                    <a:pt x="30861" y="33020"/>
                    <a:pt x="32004" y="31877"/>
                  </a:cubicBezTo>
                  <a:lnTo>
                    <a:pt x="36068" y="35941"/>
                  </a:lnTo>
                  <a:lnTo>
                    <a:pt x="32004" y="31877"/>
                  </a:lnTo>
                  <a:cubicBezTo>
                    <a:pt x="33147" y="30734"/>
                    <a:pt x="34036" y="29464"/>
                    <a:pt x="34671" y="27940"/>
                  </a:cubicBezTo>
                  <a:cubicBezTo>
                    <a:pt x="35306" y="26416"/>
                    <a:pt x="35560" y="24892"/>
                    <a:pt x="35560" y="23241"/>
                  </a:cubicBezTo>
                  <a:close/>
                </a:path>
              </a:pathLst>
            </a:custGeom>
            <a:solidFill>
              <a:srgbClr val="272525"/>
            </a:solidFill>
          </p:spPr>
        </p:sp>
        <p:sp>
          <p:nvSpPr>
            <p:cNvPr name="Freeform 65" id="65"/>
            <p:cNvSpPr/>
            <p:nvPr/>
          </p:nvSpPr>
          <p:spPr>
            <a:xfrm flipH="false" flipV="false" rot="0">
              <a:off x="8342192" y="3558864"/>
              <a:ext cx="12687" cy="12433"/>
            </a:xfrm>
            <a:custGeom>
              <a:avLst/>
              <a:gdLst/>
              <a:ahLst/>
              <a:cxnLst/>
              <a:rect r="r" b="b" t="t" l="l"/>
              <a:pathLst>
                <a:path h="12433" w="12687">
                  <a:moveTo>
                    <a:pt x="2216" y="2216"/>
                  </a:moveTo>
                  <a:lnTo>
                    <a:pt x="3485" y="1200"/>
                  </a:lnTo>
                  <a:cubicBezTo>
                    <a:pt x="6026" y="-705"/>
                    <a:pt x="9582" y="-324"/>
                    <a:pt x="11486" y="2216"/>
                  </a:cubicBezTo>
                  <a:cubicBezTo>
                    <a:pt x="13392" y="4756"/>
                    <a:pt x="13010" y="8312"/>
                    <a:pt x="10471" y="10217"/>
                  </a:cubicBezTo>
                  <a:lnTo>
                    <a:pt x="9201" y="11233"/>
                  </a:lnTo>
                  <a:cubicBezTo>
                    <a:pt x="6660" y="13138"/>
                    <a:pt x="3105" y="12757"/>
                    <a:pt x="1200" y="10217"/>
                  </a:cubicBezTo>
                  <a:cubicBezTo>
                    <a:pt x="-705" y="7677"/>
                    <a:pt x="-324" y="4121"/>
                    <a:pt x="2216" y="2216"/>
                  </a:cubicBezTo>
                  <a:close/>
                </a:path>
              </a:pathLst>
            </a:custGeom>
            <a:solidFill>
              <a:srgbClr val="272525"/>
            </a:solidFill>
          </p:spPr>
        </p:sp>
        <p:sp>
          <p:nvSpPr>
            <p:cNvPr name="Freeform 66" id="66"/>
            <p:cNvSpPr/>
            <p:nvPr/>
          </p:nvSpPr>
          <p:spPr>
            <a:xfrm flipH="false" flipV="false" rot="0">
              <a:off x="8394953" y="3528441"/>
              <a:ext cx="46990" cy="46990"/>
            </a:xfrm>
            <a:custGeom>
              <a:avLst/>
              <a:gdLst/>
              <a:ahLst/>
              <a:cxnLst/>
              <a:rect r="r" b="b" t="t" l="l"/>
              <a:pathLst>
                <a:path h="46990" w="46990">
                  <a:moveTo>
                    <a:pt x="46991" y="23495"/>
                  </a:moveTo>
                  <a:cubicBezTo>
                    <a:pt x="46991" y="26670"/>
                    <a:pt x="46356" y="29591"/>
                    <a:pt x="45212" y="32512"/>
                  </a:cubicBezTo>
                  <a:cubicBezTo>
                    <a:pt x="44070" y="35306"/>
                    <a:pt x="42292" y="37973"/>
                    <a:pt x="40133" y="40132"/>
                  </a:cubicBezTo>
                  <a:cubicBezTo>
                    <a:pt x="37973" y="42291"/>
                    <a:pt x="35434" y="44069"/>
                    <a:pt x="32512" y="45212"/>
                  </a:cubicBezTo>
                  <a:lnTo>
                    <a:pt x="30354" y="40005"/>
                  </a:lnTo>
                  <a:lnTo>
                    <a:pt x="32512" y="45212"/>
                  </a:lnTo>
                  <a:cubicBezTo>
                    <a:pt x="29592" y="46482"/>
                    <a:pt x="26544" y="46990"/>
                    <a:pt x="23496" y="46990"/>
                  </a:cubicBezTo>
                  <a:lnTo>
                    <a:pt x="23496" y="41275"/>
                  </a:lnTo>
                  <a:lnTo>
                    <a:pt x="23496" y="46990"/>
                  </a:lnTo>
                  <a:cubicBezTo>
                    <a:pt x="20447" y="46990"/>
                    <a:pt x="17399" y="46355"/>
                    <a:pt x="14479" y="45212"/>
                  </a:cubicBezTo>
                  <a:lnTo>
                    <a:pt x="16637" y="40005"/>
                  </a:lnTo>
                  <a:lnTo>
                    <a:pt x="14479" y="45212"/>
                  </a:lnTo>
                  <a:cubicBezTo>
                    <a:pt x="11558" y="44069"/>
                    <a:pt x="9018" y="42291"/>
                    <a:pt x="6859" y="40132"/>
                  </a:cubicBezTo>
                  <a:lnTo>
                    <a:pt x="10922" y="36068"/>
                  </a:lnTo>
                  <a:lnTo>
                    <a:pt x="6859" y="40132"/>
                  </a:lnTo>
                  <a:cubicBezTo>
                    <a:pt x="4699" y="37973"/>
                    <a:pt x="2922" y="35306"/>
                    <a:pt x="1779" y="32512"/>
                  </a:cubicBezTo>
                  <a:cubicBezTo>
                    <a:pt x="635" y="29591"/>
                    <a:pt x="0" y="26670"/>
                    <a:pt x="0" y="23495"/>
                  </a:cubicBezTo>
                  <a:lnTo>
                    <a:pt x="5716" y="23495"/>
                  </a:lnTo>
                  <a:lnTo>
                    <a:pt x="0" y="23495"/>
                  </a:lnTo>
                  <a:cubicBezTo>
                    <a:pt x="0" y="20320"/>
                    <a:pt x="635" y="17399"/>
                    <a:pt x="1779" y="14478"/>
                  </a:cubicBezTo>
                  <a:cubicBezTo>
                    <a:pt x="2922" y="11684"/>
                    <a:pt x="4699" y="9017"/>
                    <a:pt x="6859" y="6858"/>
                  </a:cubicBezTo>
                  <a:lnTo>
                    <a:pt x="10922" y="10922"/>
                  </a:lnTo>
                  <a:lnTo>
                    <a:pt x="6859" y="6858"/>
                  </a:lnTo>
                  <a:cubicBezTo>
                    <a:pt x="9018" y="4699"/>
                    <a:pt x="11558" y="2921"/>
                    <a:pt x="14479" y="1778"/>
                  </a:cubicBezTo>
                  <a:lnTo>
                    <a:pt x="16637" y="6985"/>
                  </a:lnTo>
                  <a:lnTo>
                    <a:pt x="14479" y="1778"/>
                  </a:lnTo>
                  <a:cubicBezTo>
                    <a:pt x="17399" y="508"/>
                    <a:pt x="20447" y="0"/>
                    <a:pt x="23496" y="0"/>
                  </a:cubicBezTo>
                  <a:lnTo>
                    <a:pt x="23496" y="5715"/>
                  </a:lnTo>
                  <a:lnTo>
                    <a:pt x="23496" y="0"/>
                  </a:lnTo>
                  <a:cubicBezTo>
                    <a:pt x="26544" y="0"/>
                    <a:pt x="29592" y="635"/>
                    <a:pt x="32512" y="1778"/>
                  </a:cubicBezTo>
                  <a:lnTo>
                    <a:pt x="30354" y="6985"/>
                  </a:lnTo>
                  <a:lnTo>
                    <a:pt x="32512" y="1778"/>
                  </a:lnTo>
                  <a:cubicBezTo>
                    <a:pt x="35434" y="2921"/>
                    <a:pt x="37973" y="4699"/>
                    <a:pt x="40133" y="6858"/>
                  </a:cubicBezTo>
                  <a:lnTo>
                    <a:pt x="36069" y="10922"/>
                  </a:lnTo>
                  <a:lnTo>
                    <a:pt x="40133" y="6858"/>
                  </a:lnTo>
                  <a:cubicBezTo>
                    <a:pt x="42419" y="9017"/>
                    <a:pt x="44070" y="11684"/>
                    <a:pt x="45212" y="14478"/>
                  </a:cubicBezTo>
                  <a:cubicBezTo>
                    <a:pt x="46356" y="17399"/>
                    <a:pt x="46991" y="20320"/>
                    <a:pt x="46991" y="23495"/>
                  </a:cubicBezTo>
                  <a:lnTo>
                    <a:pt x="41275" y="23495"/>
                  </a:lnTo>
                  <a:lnTo>
                    <a:pt x="46991" y="23495"/>
                  </a:lnTo>
                  <a:moveTo>
                    <a:pt x="35560" y="23495"/>
                  </a:moveTo>
                  <a:cubicBezTo>
                    <a:pt x="35560" y="21844"/>
                    <a:pt x="35307" y="20320"/>
                    <a:pt x="34672" y="18796"/>
                  </a:cubicBezTo>
                  <a:lnTo>
                    <a:pt x="39879" y="16637"/>
                  </a:lnTo>
                  <a:lnTo>
                    <a:pt x="34672" y="18796"/>
                  </a:lnTo>
                  <a:cubicBezTo>
                    <a:pt x="34036" y="17272"/>
                    <a:pt x="33147" y="16002"/>
                    <a:pt x="32005" y="14859"/>
                  </a:cubicBezTo>
                  <a:cubicBezTo>
                    <a:pt x="30861" y="13716"/>
                    <a:pt x="29592" y="12827"/>
                    <a:pt x="28068" y="12192"/>
                  </a:cubicBezTo>
                  <a:cubicBezTo>
                    <a:pt x="26544" y="11557"/>
                    <a:pt x="25020" y="11303"/>
                    <a:pt x="23369" y="11303"/>
                  </a:cubicBezTo>
                  <a:cubicBezTo>
                    <a:pt x="21718" y="11303"/>
                    <a:pt x="20194" y="11557"/>
                    <a:pt x="18797" y="12192"/>
                  </a:cubicBezTo>
                  <a:cubicBezTo>
                    <a:pt x="17272" y="12827"/>
                    <a:pt x="16003" y="13716"/>
                    <a:pt x="14859" y="14859"/>
                  </a:cubicBezTo>
                  <a:cubicBezTo>
                    <a:pt x="13717" y="16002"/>
                    <a:pt x="12828" y="17272"/>
                    <a:pt x="12193" y="18796"/>
                  </a:cubicBezTo>
                  <a:lnTo>
                    <a:pt x="6985" y="16637"/>
                  </a:lnTo>
                  <a:lnTo>
                    <a:pt x="12193" y="18796"/>
                  </a:lnTo>
                  <a:cubicBezTo>
                    <a:pt x="11558" y="20320"/>
                    <a:pt x="11304" y="21844"/>
                    <a:pt x="11304" y="23495"/>
                  </a:cubicBezTo>
                  <a:cubicBezTo>
                    <a:pt x="11304" y="25146"/>
                    <a:pt x="11558" y="26670"/>
                    <a:pt x="12193" y="28194"/>
                  </a:cubicBezTo>
                  <a:lnTo>
                    <a:pt x="6985" y="30353"/>
                  </a:lnTo>
                  <a:lnTo>
                    <a:pt x="12193" y="28194"/>
                  </a:lnTo>
                  <a:cubicBezTo>
                    <a:pt x="12828" y="29718"/>
                    <a:pt x="13717" y="30988"/>
                    <a:pt x="14859" y="32131"/>
                  </a:cubicBezTo>
                  <a:cubicBezTo>
                    <a:pt x="16003" y="33274"/>
                    <a:pt x="17272" y="34163"/>
                    <a:pt x="18797" y="34798"/>
                  </a:cubicBezTo>
                  <a:cubicBezTo>
                    <a:pt x="20321" y="35433"/>
                    <a:pt x="21845" y="35687"/>
                    <a:pt x="23369" y="35687"/>
                  </a:cubicBezTo>
                  <a:cubicBezTo>
                    <a:pt x="24893" y="35687"/>
                    <a:pt x="26544" y="35433"/>
                    <a:pt x="28068" y="34798"/>
                  </a:cubicBezTo>
                  <a:cubicBezTo>
                    <a:pt x="29592" y="34163"/>
                    <a:pt x="30861" y="33274"/>
                    <a:pt x="32005" y="32131"/>
                  </a:cubicBezTo>
                  <a:lnTo>
                    <a:pt x="36069" y="36195"/>
                  </a:lnTo>
                  <a:lnTo>
                    <a:pt x="32005" y="32131"/>
                  </a:lnTo>
                  <a:cubicBezTo>
                    <a:pt x="33147" y="30988"/>
                    <a:pt x="34036" y="29718"/>
                    <a:pt x="34672" y="28194"/>
                  </a:cubicBezTo>
                  <a:lnTo>
                    <a:pt x="39879" y="30353"/>
                  </a:lnTo>
                  <a:lnTo>
                    <a:pt x="34672" y="28194"/>
                  </a:lnTo>
                  <a:cubicBezTo>
                    <a:pt x="35307" y="26670"/>
                    <a:pt x="35560" y="25146"/>
                    <a:pt x="35560" y="23495"/>
                  </a:cubicBezTo>
                  <a:close/>
                </a:path>
              </a:pathLst>
            </a:custGeom>
            <a:solidFill>
              <a:srgbClr val="272525"/>
            </a:solidFill>
          </p:spPr>
        </p:sp>
        <p:sp>
          <p:nvSpPr>
            <p:cNvPr name="Freeform 67" id="67"/>
            <p:cNvSpPr/>
            <p:nvPr/>
          </p:nvSpPr>
          <p:spPr>
            <a:xfrm flipH="false" flipV="false" rot="0">
              <a:off x="8424281" y="3558912"/>
              <a:ext cx="12719" cy="12338"/>
            </a:xfrm>
            <a:custGeom>
              <a:avLst/>
              <a:gdLst/>
              <a:ahLst/>
              <a:cxnLst/>
              <a:rect r="r" b="b" t="t" l="l"/>
              <a:pathLst>
                <a:path h="12338" w="12719">
                  <a:moveTo>
                    <a:pt x="2296" y="2041"/>
                  </a:moveTo>
                  <a:lnTo>
                    <a:pt x="3566" y="1152"/>
                  </a:lnTo>
                  <a:cubicBezTo>
                    <a:pt x="6106" y="-753"/>
                    <a:pt x="9662" y="-245"/>
                    <a:pt x="11567" y="2295"/>
                  </a:cubicBezTo>
                  <a:cubicBezTo>
                    <a:pt x="13472" y="4835"/>
                    <a:pt x="12964" y="8391"/>
                    <a:pt x="10424" y="10296"/>
                  </a:cubicBezTo>
                  <a:lnTo>
                    <a:pt x="9154" y="11185"/>
                  </a:lnTo>
                  <a:cubicBezTo>
                    <a:pt x="6614" y="13090"/>
                    <a:pt x="3058" y="12582"/>
                    <a:pt x="1153" y="10042"/>
                  </a:cubicBezTo>
                  <a:cubicBezTo>
                    <a:pt x="-752" y="7502"/>
                    <a:pt x="-244" y="3946"/>
                    <a:pt x="2296" y="2041"/>
                  </a:cubicBezTo>
                  <a:close/>
                </a:path>
              </a:pathLst>
            </a:custGeom>
            <a:solidFill>
              <a:srgbClr val="272525"/>
            </a:solidFill>
          </p:spPr>
        </p:sp>
        <p:sp>
          <p:nvSpPr>
            <p:cNvPr name="Freeform 68" id="68"/>
            <p:cNvSpPr/>
            <p:nvPr/>
          </p:nvSpPr>
          <p:spPr>
            <a:xfrm flipH="false" flipV="false" rot="0">
              <a:off x="8230235" y="3528568"/>
              <a:ext cx="46990" cy="46990"/>
            </a:xfrm>
            <a:custGeom>
              <a:avLst/>
              <a:gdLst/>
              <a:ahLst/>
              <a:cxnLst/>
              <a:rect r="r" b="b" t="t" l="l"/>
              <a:pathLst>
                <a:path h="46990" w="46990">
                  <a:moveTo>
                    <a:pt x="46990" y="23495"/>
                  </a:moveTo>
                  <a:cubicBezTo>
                    <a:pt x="46990" y="26670"/>
                    <a:pt x="46355" y="29591"/>
                    <a:pt x="45212" y="32512"/>
                  </a:cubicBezTo>
                  <a:cubicBezTo>
                    <a:pt x="44069" y="35433"/>
                    <a:pt x="42291" y="37973"/>
                    <a:pt x="40132" y="40132"/>
                  </a:cubicBezTo>
                  <a:lnTo>
                    <a:pt x="36068" y="36068"/>
                  </a:lnTo>
                  <a:lnTo>
                    <a:pt x="40132" y="40132"/>
                  </a:lnTo>
                  <a:cubicBezTo>
                    <a:pt x="37973" y="42291"/>
                    <a:pt x="35306" y="44069"/>
                    <a:pt x="32512" y="45212"/>
                  </a:cubicBezTo>
                  <a:cubicBezTo>
                    <a:pt x="29591" y="46355"/>
                    <a:pt x="26670" y="46990"/>
                    <a:pt x="23495" y="46990"/>
                  </a:cubicBezTo>
                  <a:lnTo>
                    <a:pt x="23495" y="41275"/>
                  </a:lnTo>
                  <a:lnTo>
                    <a:pt x="23495" y="46990"/>
                  </a:lnTo>
                  <a:cubicBezTo>
                    <a:pt x="20320" y="46990"/>
                    <a:pt x="17399" y="46355"/>
                    <a:pt x="14478" y="45212"/>
                  </a:cubicBezTo>
                  <a:cubicBezTo>
                    <a:pt x="11557" y="44069"/>
                    <a:pt x="9017" y="42291"/>
                    <a:pt x="6858" y="40132"/>
                  </a:cubicBezTo>
                  <a:lnTo>
                    <a:pt x="10922" y="36068"/>
                  </a:lnTo>
                  <a:lnTo>
                    <a:pt x="6858" y="40132"/>
                  </a:lnTo>
                  <a:cubicBezTo>
                    <a:pt x="4572" y="37973"/>
                    <a:pt x="2921" y="35306"/>
                    <a:pt x="1778" y="32512"/>
                  </a:cubicBezTo>
                  <a:cubicBezTo>
                    <a:pt x="635" y="29591"/>
                    <a:pt x="0" y="26670"/>
                    <a:pt x="0" y="23495"/>
                  </a:cubicBezTo>
                  <a:lnTo>
                    <a:pt x="5715" y="23495"/>
                  </a:lnTo>
                  <a:lnTo>
                    <a:pt x="0" y="23495"/>
                  </a:lnTo>
                  <a:cubicBezTo>
                    <a:pt x="0" y="20320"/>
                    <a:pt x="635" y="17399"/>
                    <a:pt x="1778" y="14478"/>
                  </a:cubicBezTo>
                  <a:cubicBezTo>
                    <a:pt x="2921" y="11684"/>
                    <a:pt x="4699" y="9017"/>
                    <a:pt x="6858" y="6858"/>
                  </a:cubicBezTo>
                  <a:lnTo>
                    <a:pt x="10922" y="10922"/>
                  </a:lnTo>
                  <a:lnTo>
                    <a:pt x="6858" y="6858"/>
                  </a:lnTo>
                  <a:cubicBezTo>
                    <a:pt x="9017" y="4699"/>
                    <a:pt x="11684" y="2921"/>
                    <a:pt x="14478" y="1778"/>
                  </a:cubicBezTo>
                  <a:lnTo>
                    <a:pt x="16637" y="6985"/>
                  </a:lnTo>
                  <a:lnTo>
                    <a:pt x="14478" y="1778"/>
                  </a:lnTo>
                  <a:cubicBezTo>
                    <a:pt x="17399" y="508"/>
                    <a:pt x="20447" y="0"/>
                    <a:pt x="23495" y="0"/>
                  </a:cubicBezTo>
                  <a:lnTo>
                    <a:pt x="23495" y="5715"/>
                  </a:lnTo>
                  <a:lnTo>
                    <a:pt x="23495" y="0"/>
                  </a:lnTo>
                  <a:cubicBezTo>
                    <a:pt x="26543" y="0"/>
                    <a:pt x="29591" y="635"/>
                    <a:pt x="32512" y="1778"/>
                  </a:cubicBezTo>
                  <a:lnTo>
                    <a:pt x="30353" y="6985"/>
                  </a:lnTo>
                  <a:lnTo>
                    <a:pt x="32512" y="1778"/>
                  </a:lnTo>
                  <a:cubicBezTo>
                    <a:pt x="35433" y="2921"/>
                    <a:pt x="37973" y="4699"/>
                    <a:pt x="40132" y="6858"/>
                  </a:cubicBezTo>
                  <a:lnTo>
                    <a:pt x="36068" y="10922"/>
                  </a:lnTo>
                  <a:lnTo>
                    <a:pt x="40132" y="6858"/>
                  </a:lnTo>
                  <a:cubicBezTo>
                    <a:pt x="42291" y="9017"/>
                    <a:pt x="44069" y="11684"/>
                    <a:pt x="45212" y="14478"/>
                  </a:cubicBezTo>
                  <a:cubicBezTo>
                    <a:pt x="46355" y="17399"/>
                    <a:pt x="46990" y="20320"/>
                    <a:pt x="46990" y="23495"/>
                  </a:cubicBezTo>
                  <a:lnTo>
                    <a:pt x="41275" y="23495"/>
                  </a:lnTo>
                  <a:lnTo>
                    <a:pt x="46990" y="23495"/>
                  </a:lnTo>
                  <a:moveTo>
                    <a:pt x="35560" y="23495"/>
                  </a:moveTo>
                  <a:cubicBezTo>
                    <a:pt x="35560" y="21844"/>
                    <a:pt x="35306" y="20320"/>
                    <a:pt x="34671" y="18796"/>
                  </a:cubicBezTo>
                  <a:lnTo>
                    <a:pt x="39878" y="16637"/>
                  </a:lnTo>
                  <a:lnTo>
                    <a:pt x="34671" y="18796"/>
                  </a:lnTo>
                  <a:cubicBezTo>
                    <a:pt x="34036" y="17272"/>
                    <a:pt x="33147" y="16002"/>
                    <a:pt x="32004" y="14859"/>
                  </a:cubicBezTo>
                  <a:cubicBezTo>
                    <a:pt x="30861" y="13716"/>
                    <a:pt x="29591" y="12827"/>
                    <a:pt x="28067" y="12192"/>
                  </a:cubicBezTo>
                  <a:cubicBezTo>
                    <a:pt x="26543" y="11557"/>
                    <a:pt x="25019" y="11303"/>
                    <a:pt x="23368" y="11303"/>
                  </a:cubicBezTo>
                  <a:cubicBezTo>
                    <a:pt x="21717" y="11303"/>
                    <a:pt x="20193" y="11557"/>
                    <a:pt x="18669" y="12192"/>
                  </a:cubicBezTo>
                  <a:cubicBezTo>
                    <a:pt x="17145" y="12827"/>
                    <a:pt x="15875" y="13716"/>
                    <a:pt x="14732" y="14859"/>
                  </a:cubicBezTo>
                  <a:cubicBezTo>
                    <a:pt x="13589" y="16002"/>
                    <a:pt x="12700" y="17272"/>
                    <a:pt x="12065" y="18796"/>
                  </a:cubicBezTo>
                  <a:lnTo>
                    <a:pt x="6858" y="16637"/>
                  </a:lnTo>
                  <a:lnTo>
                    <a:pt x="12065" y="18796"/>
                  </a:lnTo>
                  <a:cubicBezTo>
                    <a:pt x="11430" y="20320"/>
                    <a:pt x="11176" y="21844"/>
                    <a:pt x="11176" y="23495"/>
                  </a:cubicBezTo>
                  <a:cubicBezTo>
                    <a:pt x="11176" y="25146"/>
                    <a:pt x="11430" y="26670"/>
                    <a:pt x="12065" y="28194"/>
                  </a:cubicBezTo>
                  <a:lnTo>
                    <a:pt x="6858" y="30353"/>
                  </a:lnTo>
                  <a:lnTo>
                    <a:pt x="12065" y="28194"/>
                  </a:lnTo>
                  <a:cubicBezTo>
                    <a:pt x="12700" y="29718"/>
                    <a:pt x="13589" y="30988"/>
                    <a:pt x="14732" y="32131"/>
                  </a:cubicBezTo>
                  <a:cubicBezTo>
                    <a:pt x="15875" y="33274"/>
                    <a:pt x="17145" y="34163"/>
                    <a:pt x="18669" y="34798"/>
                  </a:cubicBezTo>
                  <a:lnTo>
                    <a:pt x="16510" y="40005"/>
                  </a:lnTo>
                  <a:lnTo>
                    <a:pt x="18669" y="34798"/>
                  </a:lnTo>
                  <a:cubicBezTo>
                    <a:pt x="20193" y="35433"/>
                    <a:pt x="21717" y="35687"/>
                    <a:pt x="23368" y="35687"/>
                  </a:cubicBezTo>
                  <a:cubicBezTo>
                    <a:pt x="25019" y="35687"/>
                    <a:pt x="26543" y="35433"/>
                    <a:pt x="28067" y="34798"/>
                  </a:cubicBezTo>
                  <a:lnTo>
                    <a:pt x="30226" y="40005"/>
                  </a:lnTo>
                  <a:lnTo>
                    <a:pt x="28067" y="34798"/>
                  </a:lnTo>
                  <a:cubicBezTo>
                    <a:pt x="29591" y="34163"/>
                    <a:pt x="30861" y="33274"/>
                    <a:pt x="32004" y="32131"/>
                  </a:cubicBezTo>
                  <a:cubicBezTo>
                    <a:pt x="33147" y="30988"/>
                    <a:pt x="34036" y="29718"/>
                    <a:pt x="34671" y="28194"/>
                  </a:cubicBezTo>
                  <a:lnTo>
                    <a:pt x="39878" y="30353"/>
                  </a:lnTo>
                  <a:lnTo>
                    <a:pt x="34671" y="28194"/>
                  </a:lnTo>
                  <a:cubicBezTo>
                    <a:pt x="35306" y="26670"/>
                    <a:pt x="35560" y="25146"/>
                    <a:pt x="35560" y="23495"/>
                  </a:cubicBezTo>
                  <a:close/>
                </a:path>
              </a:pathLst>
            </a:custGeom>
            <a:solidFill>
              <a:srgbClr val="272525"/>
            </a:solidFill>
          </p:spPr>
        </p:sp>
        <p:sp>
          <p:nvSpPr>
            <p:cNvPr name="Freeform 69" id="69"/>
            <p:cNvSpPr/>
            <p:nvPr/>
          </p:nvSpPr>
          <p:spPr>
            <a:xfrm flipH="false" flipV="false" rot="0">
              <a:off x="8259846" y="3558507"/>
              <a:ext cx="12660" cy="12512"/>
            </a:xfrm>
            <a:custGeom>
              <a:avLst/>
              <a:gdLst/>
              <a:ahLst/>
              <a:cxnLst/>
              <a:rect r="r" b="b" t="t" l="l"/>
              <a:pathLst>
                <a:path h="12512" w="12660">
                  <a:moveTo>
                    <a:pt x="2139" y="2319"/>
                  </a:moveTo>
                  <a:lnTo>
                    <a:pt x="3409" y="1303"/>
                  </a:lnTo>
                  <a:cubicBezTo>
                    <a:pt x="5822" y="-729"/>
                    <a:pt x="9505" y="-348"/>
                    <a:pt x="11410" y="2192"/>
                  </a:cubicBezTo>
                  <a:cubicBezTo>
                    <a:pt x="13315" y="4732"/>
                    <a:pt x="13061" y="8288"/>
                    <a:pt x="10521" y="10193"/>
                  </a:cubicBezTo>
                  <a:lnTo>
                    <a:pt x="9251" y="11209"/>
                  </a:lnTo>
                  <a:cubicBezTo>
                    <a:pt x="6838" y="13241"/>
                    <a:pt x="3155" y="12860"/>
                    <a:pt x="1250" y="10320"/>
                  </a:cubicBezTo>
                  <a:cubicBezTo>
                    <a:pt x="-655" y="7780"/>
                    <a:pt x="-401" y="4224"/>
                    <a:pt x="2139" y="2319"/>
                  </a:cubicBezTo>
                  <a:close/>
                </a:path>
              </a:pathLst>
            </a:custGeom>
            <a:solidFill>
              <a:srgbClr val="272525"/>
            </a:solidFill>
          </p:spPr>
        </p:sp>
        <p:sp>
          <p:nvSpPr>
            <p:cNvPr name="Freeform 70" id="70"/>
            <p:cNvSpPr/>
            <p:nvPr/>
          </p:nvSpPr>
          <p:spPr>
            <a:xfrm flipH="false" flipV="false" rot="0">
              <a:off x="8351007" y="3404738"/>
              <a:ext cx="45038" cy="42243"/>
            </a:xfrm>
            <a:custGeom>
              <a:avLst/>
              <a:gdLst/>
              <a:ahLst/>
              <a:cxnLst/>
              <a:rect r="r" b="b" t="t" l="l"/>
              <a:pathLst>
                <a:path h="42243" w="45038">
                  <a:moveTo>
                    <a:pt x="33660" y="37343"/>
                  </a:moveTo>
                  <a:cubicBezTo>
                    <a:pt x="33153" y="33914"/>
                    <a:pt x="32009" y="30612"/>
                    <a:pt x="30358" y="27564"/>
                  </a:cubicBezTo>
                  <a:lnTo>
                    <a:pt x="35438" y="24897"/>
                  </a:lnTo>
                  <a:lnTo>
                    <a:pt x="30358" y="27564"/>
                  </a:lnTo>
                  <a:cubicBezTo>
                    <a:pt x="28707" y="24516"/>
                    <a:pt x="26548" y="21722"/>
                    <a:pt x="24008" y="19436"/>
                  </a:cubicBezTo>
                  <a:cubicBezTo>
                    <a:pt x="21468" y="17023"/>
                    <a:pt x="18547" y="15245"/>
                    <a:pt x="15372" y="13848"/>
                  </a:cubicBezTo>
                  <a:lnTo>
                    <a:pt x="17658" y="8641"/>
                  </a:lnTo>
                  <a:lnTo>
                    <a:pt x="15372" y="13848"/>
                  </a:lnTo>
                  <a:cubicBezTo>
                    <a:pt x="12070" y="12451"/>
                    <a:pt x="8768" y="11689"/>
                    <a:pt x="5340" y="11435"/>
                  </a:cubicBezTo>
                  <a:cubicBezTo>
                    <a:pt x="2165" y="11181"/>
                    <a:pt x="-121" y="8514"/>
                    <a:pt x="5" y="5339"/>
                  </a:cubicBezTo>
                  <a:cubicBezTo>
                    <a:pt x="132" y="2164"/>
                    <a:pt x="2926" y="-122"/>
                    <a:pt x="6101" y="5"/>
                  </a:cubicBezTo>
                  <a:cubicBezTo>
                    <a:pt x="10928" y="386"/>
                    <a:pt x="15499" y="1402"/>
                    <a:pt x="19944" y="3307"/>
                  </a:cubicBezTo>
                  <a:cubicBezTo>
                    <a:pt x="24390" y="5212"/>
                    <a:pt x="28326" y="7752"/>
                    <a:pt x="31882" y="11054"/>
                  </a:cubicBezTo>
                  <a:lnTo>
                    <a:pt x="28072" y="15245"/>
                  </a:lnTo>
                  <a:lnTo>
                    <a:pt x="31882" y="11054"/>
                  </a:lnTo>
                  <a:cubicBezTo>
                    <a:pt x="35438" y="14356"/>
                    <a:pt x="38359" y="18039"/>
                    <a:pt x="40518" y="22230"/>
                  </a:cubicBezTo>
                  <a:cubicBezTo>
                    <a:pt x="42804" y="26421"/>
                    <a:pt x="44329" y="30993"/>
                    <a:pt x="44963" y="35692"/>
                  </a:cubicBezTo>
                  <a:cubicBezTo>
                    <a:pt x="45471" y="38740"/>
                    <a:pt x="43312" y="41661"/>
                    <a:pt x="40265" y="42169"/>
                  </a:cubicBezTo>
                  <a:cubicBezTo>
                    <a:pt x="37217" y="42677"/>
                    <a:pt x="34295" y="40518"/>
                    <a:pt x="33787" y="37470"/>
                  </a:cubicBezTo>
                  <a:close/>
                </a:path>
              </a:pathLst>
            </a:custGeom>
            <a:solidFill>
              <a:srgbClr val="272525"/>
            </a:solidFill>
          </p:spPr>
        </p:sp>
        <p:sp>
          <p:nvSpPr>
            <p:cNvPr name="Freeform 71" id="71"/>
            <p:cNvSpPr/>
            <p:nvPr/>
          </p:nvSpPr>
          <p:spPr>
            <a:xfrm flipH="false" flipV="false" rot="0">
              <a:off x="8315702" y="3404230"/>
              <a:ext cx="46618" cy="11566"/>
            </a:xfrm>
            <a:custGeom>
              <a:avLst/>
              <a:gdLst/>
              <a:ahLst/>
              <a:cxnLst/>
              <a:rect r="r" b="b" t="t" l="l"/>
              <a:pathLst>
                <a:path h="11566" w="46618">
                  <a:moveTo>
                    <a:pt x="40898" y="11562"/>
                  </a:moveTo>
                  <a:lnTo>
                    <a:pt x="5592" y="11308"/>
                  </a:lnTo>
                  <a:cubicBezTo>
                    <a:pt x="2417" y="11308"/>
                    <a:pt x="-123" y="8768"/>
                    <a:pt x="4" y="5593"/>
                  </a:cubicBezTo>
                  <a:cubicBezTo>
                    <a:pt x="131" y="2418"/>
                    <a:pt x="2544" y="-122"/>
                    <a:pt x="5719" y="5"/>
                  </a:cubicBezTo>
                  <a:lnTo>
                    <a:pt x="41025" y="259"/>
                  </a:lnTo>
                  <a:cubicBezTo>
                    <a:pt x="44200" y="259"/>
                    <a:pt x="46740" y="2799"/>
                    <a:pt x="46613" y="5974"/>
                  </a:cubicBezTo>
                  <a:cubicBezTo>
                    <a:pt x="46486" y="9149"/>
                    <a:pt x="44073" y="11689"/>
                    <a:pt x="40898" y="11562"/>
                  </a:cubicBezTo>
                  <a:close/>
                </a:path>
              </a:pathLst>
            </a:custGeom>
            <a:solidFill>
              <a:srgbClr val="272525"/>
            </a:solidFill>
          </p:spPr>
        </p:sp>
        <p:sp>
          <p:nvSpPr>
            <p:cNvPr name="Freeform 72" id="72"/>
            <p:cNvSpPr/>
            <p:nvPr/>
          </p:nvSpPr>
          <p:spPr>
            <a:xfrm flipH="false" flipV="false" rot="0">
              <a:off x="8275828" y="3441065"/>
              <a:ext cx="11557" cy="37719"/>
            </a:xfrm>
            <a:custGeom>
              <a:avLst/>
              <a:gdLst/>
              <a:ahLst/>
              <a:cxnLst/>
              <a:rect r="r" b="b" t="t" l="l"/>
              <a:pathLst>
                <a:path h="37719" w="11557">
                  <a:moveTo>
                    <a:pt x="11303" y="5588"/>
                  </a:moveTo>
                  <a:lnTo>
                    <a:pt x="11558" y="32004"/>
                  </a:lnTo>
                  <a:cubicBezTo>
                    <a:pt x="11558" y="35179"/>
                    <a:pt x="9017" y="37719"/>
                    <a:pt x="5970" y="37719"/>
                  </a:cubicBezTo>
                  <a:cubicBezTo>
                    <a:pt x="2922" y="37719"/>
                    <a:pt x="254" y="35179"/>
                    <a:pt x="254" y="32131"/>
                  </a:cubicBezTo>
                  <a:lnTo>
                    <a:pt x="0" y="5715"/>
                  </a:lnTo>
                  <a:cubicBezTo>
                    <a:pt x="0" y="2540"/>
                    <a:pt x="2540" y="0"/>
                    <a:pt x="5588" y="0"/>
                  </a:cubicBezTo>
                  <a:cubicBezTo>
                    <a:pt x="8636" y="0"/>
                    <a:pt x="11303" y="2540"/>
                    <a:pt x="11303" y="5588"/>
                  </a:cubicBezTo>
                  <a:close/>
                </a:path>
              </a:pathLst>
            </a:custGeom>
            <a:solidFill>
              <a:srgbClr val="272525"/>
            </a:solidFill>
          </p:spPr>
        </p:sp>
      </p:grpSp>
      <p:sp>
        <p:nvSpPr>
          <p:cNvPr name="TextBox 73" id="73"/>
          <p:cNvSpPr txBox="true"/>
          <p:nvPr/>
        </p:nvSpPr>
        <p:spPr>
          <a:xfrm rot="0">
            <a:off x="600075" y="1363304"/>
            <a:ext cx="9478623"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Alternatif Solusi untuk Permasalahan Digital</a:t>
            </a:r>
          </a:p>
        </p:txBody>
      </p:sp>
      <p:sp>
        <p:nvSpPr>
          <p:cNvPr name="TextBox 74" id="74"/>
          <p:cNvSpPr txBox="true"/>
          <p:nvPr/>
        </p:nvSpPr>
        <p:spPr>
          <a:xfrm rot="0">
            <a:off x="921544" y="23439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75" id="75"/>
          <p:cNvSpPr txBox="true"/>
          <p:nvPr/>
        </p:nvSpPr>
        <p:spPr>
          <a:xfrm rot="0">
            <a:off x="771525" y="4296575"/>
            <a:ext cx="4743088"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Meningkatkan kapasitas pelaku wisata dalam pemasaran digital dan penggunaan platform online</a:t>
            </a:r>
          </a:p>
        </p:txBody>
      </p:sp>
      <p:sp>
        <p:nvSpPr>
          <p:cNvPr name="TextBox 76" id="76"/>
          <p:cNvSpPr txBox="true"/>
          <p:nvPr/>
        </p:nvSpPr>
        <p:spPr>
          <a:xfrm rot="0">
            <a:off x="600075" y="2343950"/>
            <a:ext cx="9342537"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Dua solusi utama yang dapat diterapkan untuk mengatasi tantangan digital</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pariwisata dengan</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pendekatan</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praktis dan</a:t>
            </a:r>
          </a:p>
        </p:txBody>
      </p:sp>
      <p:sp>
        <p:nvSpPr>
          <p:cNvPr name="TextBox 77" id="77"/>
          <p:cNvSpPr txBox="true"/>
          <p:nvPr/>
        </p:nvSpPr>
        <p:spPr>
          <a:xfrm rot="0">
            <a:off x="600075" y="2610650"/>
            <a:ext cx="1171308"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ber</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kelanjutan.</a:t>
            </a:r>
          </a:p>
        </p:txBody>
      </p:sp>
      <p:sp>
        <p:nvSpPr>
          <p:cNvPr name="TextBox 78" id="78"/>
          <p:cNvSpPr txBox="true"/>
          <p:nvPr/>
        </p:nvSpPr>
        <p:spPr>
          <a:xfrm rot="0">
            <a:off x="5886450" y="4296575"/>
            <a:ext cx="4515945"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Mengendalikan arus wisatawan untuk mencegah over- tourism dan menjaga kelestarian destinasi</a:t>
            </a:r>
          </a:p>
        </p:txBody>
      </p:sp>
      <p:sp>
        <p:nvSpPr>
          <p:cNvPr name="TextBox 79" id="79"/>
          <p:cNvSpPr txBox="true"/>
          <p:nvPr/>
        </p:nvSpPr>
        <p:spPr>
          <a:xfrm rot="0">
            <a:off x="771525" y="3882095"/>
            <a:ext cx="1771279"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Pelatihan Digital</a:t>
            </a:r>
          </a:p>
        </p:txBody>
      </p:sp>
      <p:sp>
        <p:nvSpPr>
          <p:cNvPr name="TextBox 80" id="80"/>
          <p:cNvSpPr txBox="true"/>
          <p:nvPr/>
        </p:nvSpPr>
        <p:spPr>
          <a:xfrm rot="0">
            <a:off x="5886450" y="3882095"/>
            <a:ext cx="2566549"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Manajemen Pengunjung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600075" y="1752600"/>
            <a:ext cx="3762375" cy="3752850"/>
            <a:chOff x="0" y="0"/>
            <a:chExt cx="5016500" cy="5003800"/>
          </a:xfrm>
        </p:grpSpPr>
        <p:sp>
          <p:nvSpPr>
            <p:cNvPr name="Freeform 9" id="9"/>
            <p:cNvSpPr/>
            <p:nvPr/>
          </p:nvSpPr>
          <p:spPr>
            <a:xfrm flipH="false" flipV="false" rot="0">
              <a:off x="0" y="0"/>
              <a:ext cx="5016500" cy="5003800"/>
            </a:xfrm>
            <a:custGeom>
              <a:avLst/>
              <a:gdLst/>
              <a:ahLst/>
              <a:cxnLst/>
              <a:rect r="r" b="b" t="t" l="l"/>
              <a:pathLst>
                <a:path h="5003800" w="5016500">
                  <a:moveTo>
                    <a:pt x="80010" y="0"/>
                  </a:moveTo>
                  <a:cubicBezTo>
                    <a:pt x="69342" y="0"/>
                    <a:pt x="59182" y="2032"/>
                    <a:pt x="49403" y="6096"/>
                  </a:cubicBezTo>
                  <a:cubicBezTo>
                    <a:pt x="39624" y="10160"/>
                    <a:pt x="30988" y="16002"/>
                    <a:pt x="23495" y="23495"/>
                  </a:cubicBezTo>
                  <a:cubicBezTo>
                    <a:pt x="16002" y="30988"/>
                    <a:pt x="10160" y="39624"/>
                    <a:pt x="6096" y="49403"/>
                  </a:cubicBezTo>
                  <a:cubicBezTo>
                    <a:pt x="2032" y="59182"/>
                    <a:pt x="0" y="69469"/>
                    <a:pt x="0" y="80010"/>
                  </a:cubicBezTo>
                  <a:lnTo>
                    <a:pt x="0" y="4923790"/>
                  </a:lnTo>
                  <a:cubicBezTo>
                    <a:pt x="0" y="4934458"/>
                    <a:pt x="2032" y="4944618"/>
                    <a:pt x="6096" y="4954397"/>
                  </a:cubicBezTo>
                  <a:cubicBezTo>
                    <a:pt x="10160" y="4964176"/>
                    <a:pt x="15875" y="4972812"/>
                    <a:pt x="23495" y="4980305"/>
                  </a:cubicBezTo>
                  <a:cubicBezTo>
                    <a:pt x="31115" y="4987798"/>
                    <a:pt x="39624" y="4993640"/>
                    <a:pt x="49403" y="4997704"/>
                  </a:cubicBezTo>
                  <a:cubicBezTo>
                    <a:pt x="59055" y="5001641"/>
                    <a:pt x="69088" y="5003673"/>
                    <a:pt x="79502" y="5003800"/>
                  </a:cubicBezTo>
                  <a:lnTo>
                    <a:pt x="4936998" y="5003800"/>
                  </a:lnTo>
                  <a:cubicBezTo>
                    <a:pt x="4947412" y="5003673"/>
                    <a:pt x="4957445" y="5001641"/>
                    <a:pt x="4967097" y="4997704"/>
                  </a:cubicBezTo>
                  <a:cubicBezTo>
                    <a:pt x="4976876" y="4993640"/>
                    <a:pt x="4985512" y="4987925"/>
                    <a:pt x="4993005" y="4980305"/>
                  </a:cubicBezTo>
                  <a:cubicBezTo>
                    <a:pt x="5000498" y="4972685"/>
                    <a:pt x="5006340" y="4964176"/>
                    <a:pt x="5010404" y="4954397"/>
                  </a:cubicBezTo>
                  <a:cubicBezTo>
                    <a:pt x="5014468" y="4944618"/>
                    <a:pt x="5016500" y="4934331"/>
                    <a:pt x="5016500" y="4923790"/>
                  </a:cubicBezTo>
                  <a:lnTo>
                    <a:pt x="5016500" y="80010"/>
                  </a:lnTo>
                  <a:cubicBezTo>
                    <a:pt x="5016500" y="69469"/>
                    <a:pt x="5014468" y="59182"/>
                    <a:pt x="5010404" y="49403"/>
                  </a:cubicBezTo>
                  <a:cubicBezTo>
                    <a:pt x="5006340" y="39624"/>
                    <a:pt x="5000625" y="30988"/>
                    <a:pt x="4993005" y="23495"/>
                  </a:cubicBezTo>
                  <a:cubicBezTo>
                    <a:pt x="4985385" y="16002"/>
                    <a:pt x="4976876" y="10160"/>
                    <a:pt x="4967097" y="6096"/>
                  </a:cubicBezTo>
                  <a:cubicBezTo>
                    <a:pt x="4957318" y="2032"/>
                    <a:pt x="4947158" y="0"/>
                    <a:pt x="4936490" y="0"/>
                  </a:cubicBezTo>
                  <a:close/>
                </a:path>
              </a:pathLst>
            </a:custGeom>
            <a:blipFill>
              <a:blip r:embed="rId4"/>
              <a:stretch>
                <a:fillRect l="0" t="0" r="0" b="0"/>
              </a:stretch>
            </a:blipFill>
          </p:spPr>
        </p:sp>
      </p:grpSp>
      <p:grpSp>
        <p:nvGrpSpPr>
          <p:cNvPr name="Group 10" id="10"/>
          <p:cNvGrpSpPr/>
          <p:nvPr/>
        </p:nvGrpSpPr>
        <p:grpSpPr>
          <a:xfrm rot="0">
            <a:off x="7562850" y="2095500"/>
            <a:ext cx="57150" cy="57150"/>
            <a:chOff x="0" y="0"/>
            <a:chExt cx="57150" cy="57150"/>
          </a:xfrm>
        </p:grpSpPr>
        <p:sp>
          <p:nvSpPr>
            <p:cNvPr name="Freeform 11" id="11"/>
            <p:cNvSpPr/>
            <p:nvPr/>
          </p:nvSpPr>
          <p:spPr>
            <a:xfrm flipH="false" flipV="false" rot="0">
              <a:off x="0" y="0"/>
              <a:ext cx="57150" cy="57150"/>
            </a:xfrm>
            <a:custGeom>
              <a:avLst/>
              <a:gdLst/>
              <a:ahLst/>
              <a:cxnLst/>
              <a:rect r="r" b="b" t="t" l="l"/>
              <a:pathLst>
                <a:path h="57150" w="57150">
                  <a:moveTo>
                    <a:pt x="57150" y="28575"/>
                  </a:moveTo>
                  <a:cubicBezTo>
                    <a:pt x="57150" y="32385"/>
                    <a:pt x="56388" y="35941"/>
                    <a:pt x="54991" y="39497"/>
                  </a:cubicBezTo>
                  <a:cubicBezTo>
                    <a:pt x="53594" y="43053"/>
                    <a:pt x="51435" y="46101"/>
                    <a:pt x="48768" y="48768"/>
                  </a:cubicBezTo>
                  <a:cubicBezTo>
                    <a:pt x="46101" y="51435"/>
                    <a:pt x="43053" y="53467"/>
                    <a:pt x="39497" y="54991"/>
                  </a:cubicBezTo>
                  <a:cubicBezTo>
                    <a:pt x="35941" y="56515"/>
                    <a:pt x="32385" y="57150"/>
                    <a:pt x="28575" y="57150"/>
                  </a:cubicBezTo>
                  <a:cubicBezTo>
                    <a:pt x="24765" y="57150"/>
                    <a:pt x="21082" y="56388"/>
                    <a:pt x="17653" y="54991"/>
                  </a:cubicBezTo>
                  <a:cubicBezTo>
                    <a:pt x="14224" y="53594"/>
                    <a:pt x="11049" y="51435"/>
                    <a:pt x="8382" y="48768"/>
                  </a:cubicBezTo>
                  <a:cubicBezTo>
                    <a:pt x="5715" y="46101"/>
                    <a:pt x="3683" y="43053"/>
                    <a:pt x="2159" y="39497"/>
                  </a:cubicBezTo>
                  <a:cubicBezTo>
                    <a:pt x="635" y="35941"/>
                    <a:pt x="0" y="32385"/>
                    <a:pt x="0" y="28575"/>
                  </a:cubicBezTo>
                  <a:cubicBezTo>
                    <a:pt x="0" y="24765"/>
                    <a:pt x="762" y="21082"/>
                    <a:pt x="2159" y="17653"/>
                  </a:cubicBezTo>
                  <a:cubicBezTo>
                    <a:pt x="3556" y="14224"/>
                    <a:pt x="5715" y="11049"/>
                    <a:pt x="8382" y="8382"/>
                  </a:cubicBezTo>
                  <a:cubicBezTo>
                    <a:pt x="11049" y="5715"/>
                    <a:pt x="14097" y="3683"/>
                    <a:pt x="17653" y="2159"/>
                  </a:cubicBezTo>
                  <a:cubicBezTo>
                    <a:pt x="21209" y="635"/>
                    <a:pt x="24765" y="0"/>
                    <a:pt x="28575" y="0"/>
                  </a:cubicBezTo>
                  <a:cubicBezTo>
                    <a:pt x="32385" y="0"/>
                    <a:pt x="36068" y="762"/>
                    <a:pt x="39497" y="2159"/>
                  </a:cubicBezTo>
                  <a:cubicBezTo>
                    <a:pt x="42926" y="3556"/>
                    <a:pt x="46101" y="5715"/>
                    <a:pt x="48768" y="8382"/>
                  </a:cubicBezTo>
                  <a:cubicBezTo>
                    <a:pt x="51435" y="11049"/>
                    <a:pt x="53467" y="14097"/>
                    <a:pt x="54991" y="17653"/>
                  </a:cubicBezTo>
                  <a:cubicBezTo>
                    <a:pt x="56515" y="21209"/>
                    <a:pt x="57150" y="24765"/>
                    <a:pt x="57150" y="28575"/>
                  </a:cubicBezTo>
                </a:path>
              </a:pathLst>
            </a:custGeom>
            <a:solidFill>
              <a:srgbClr val="272525"/>
            </a:solidFill>
          </p:spPr>
        </p:sp>
      </p:grpSp>
      <p:grpSp>
        <p:nvGrpSpPr>
          <p:cNvPr name="Group 12" id="12"/>
          <p:cNvGrpSpPr/>
          <p:nvPr/>
        </p:nvGrpSpPr>
        <p:grpSpPr>
          <a:xfrm rot="0">
            <a:off x="7562850" y="2705100"/>
            <a:ext cx="57150" cy="57150"/>
            <a:chOff x="0" y="0"/>
            <a:chExt cx="57150" cy="57150"/>
          </a:xfrm>
        </p:grpSpPr>
        <p:sp>
          <p:nvSpPr>
            <p:cNvPr name="Freeform 13" id="13"/>
            <p:cNvSpPr/>
            <p:nvPr/>
          </p:nvSpPr>
          <p:spPr>
            <a:xfrm flipH="false" flipV="false" rot="0">
              <a:off x="0" y="0"/>
              <a:ext cx="57150" cy="57150"/>
            </a:xfrm>
            <a:custGeom>
              <a:avLst/>
              <a:gdLst/>
              <a:ahLst/>
              <a:cxnLst/>
              <a:rect r="r" b="b" t="t" l="l"/>
              <a:pathLst>
                <a:path h="57150" w="57150">
                  <a:moveTo>
                    <a:pt x="57150" y="28575"/>
                  </a:moveTo>
                  <a:cubicBezTo>
                    <a:pt x="57150" y="32385"/>
                    <a:pt x="56388" y="35941"/>
                    <a:pt x="54991" y="39497"/>
                  </a:cubicBezTo>
                  <a:cubicBezTo>
                    <a:pt x="53594" y="43053"/>
                    <a:pt x="51435" y="46101"/>
                    <a:pt x="48768" y="48768"/>
                  </a:cubicBezTo>
                  <a:cubicBezTo>
                    <a:pt x="46101" y="51435"/>
                    <a:pt x="43053" y="53467"/>
                    <a:pt x="39497" y="54991"/>
                  </a:cubicBezTo>
                  <a:cubicBezTo>
                    <a:pt x="35941" y="56515"/>
                    <a:pt x="32385" y="57150"/>
                    <a:pt x="28575" y="57150"/>
                  </a:cubicBezTo>
                  <a:cubicBezTo>
                    <a:pt x="24765" y="57150"/>
                    <a:pt x="21082" y="56388"/>
                    <a:pt x="17653" y="54991"/>
                  </a:cubicBezTo>
                  <a:cubicBezTo>
                    <a:pt x="14224" y="53594"/>
                    <a:pt x="11049" y="51435"/>
                    <a:pt x="8382" y="48768"/>
                  </a:cubicBezTo>
                  <a:cubicBezTo>
                    <a:pt x="5715" y="46101"/>
                    <a:pt x="3683" y="43053"/>
                    <a:pt x="2159" y="39497"/>
                  </a:cubicBezTo>
                  <a:cubicBezTo>
                    <a:pt x="635" y="35941"/>
                    <a:pt x="0" y="32385"/>
                    <a:pt x="0" y="28575"/>
                  </a:cubicBezTo>
                  <a:cubicBezTo>
                    <a:pt x="0" y="24765"/>
                    <a:pt x="762" y="21082"/>
                    <a:pt x="2159" y="17653"/>
                  </a:cubicBezTo>
                  <a:cubicBezTo>
                    <a:pt x="3556" y="14224"/>
                    <a:pt x="5715" y="11049"/>
                    <a:pt x="8382" y="8382"/>
                  </a:cubicBezTo>
                  <a:cubicBezTo>
                    <a:pt x="11049" y="5715"/>
                    <a:pt x="14097" y="3683"/>
                    <a:pt x="17653" y="2159"/>
                  </a:cubicBezTo>
                  <a:cubicBezTo>
                    <a:pt x="21209" y="635"/>
                    <a:pt x="24765" y="0"/>
                    <a:pt x="28575" y="0"/>
                  </a:cubicBezTo>
                  <a:cubicBezTo>
                    <a:pt x="32385" y="0"/>
                    <a:pt x="36068" y="762"/>
                    <a:pt x="39497" y="2159"/>
                  </a:cubicBezTo>
                  <a:cubicBezTo>
                    <a:pt x="42926" y="3556"/>
                    <a:pt x="46101" y="5715"/>
                    <a:pt x="48768" y="8382"/>
                  </a:cubicBezTo>
                  <a:cubicBezTo>
                    <a:pt x="51435" y="11049"/>
                    <a:pt x="53467" y="14097"/>
                    <a:pt x="54991" y="17653"/>
                  </a:cubicBezTo>
                  <a:cubicBezTo>
                    <a:pt x="56515" y="21209"/>
                    <a:pt x="57150" y="24765"/>
                    <a:pt x="57150" y="28575"/>
                  </a:cubicBezTo>
                </a:path>
              </a:pathLst>
            </a:custGeom>
            <a:solidFill>
              <a:srgbClr val="272525"/>
            </a:solidFill>
          </p:spPr>
        </p:sp>
      </p:grpSp>
      <p:grpSp>
        <p:nvGrpSpPr>
          <p:cNvPr name="Group 14" id="14"/>
          <p:cNvGrpSpPr/>
          <p:nvPr/>
        </p:nvGrpSpPr>
        <p:grpSpPr>
          <a:xfrm rot="0">
            <a:off x="7562850" y="3314700"/>
            <a:ext cx="57150" cy="57150"/>
            <a:chOff x="0" y="0"/>
            <a:chExt cx="57150" cy="57150"/>
          </a:xfrm>
        </p:grpSpPr>
        <p:sp>
          <p:nvSpPr>
            <p:cNvPr name="Freeform 15" id="15"/>
            <p:cNvSpPr/>
            <p:nvPr/>
          </p:nvSpPr>
          <p:spPr>
            <a:xfrm flipH="false" flipV="false" rot="0">
              <a:off x="0" y="0"/>
              <a:ext cx="57150" cy="57150"/>
            </a:xfrm>
            <a:custGeom>
              <a:avLst/>
              <a:gdLst/>
              <a:ahLst/>
              <a:cxnLst/>
              <a:rect r="r" b="b" t="t" l="l"/>
              <a:pathLst>
                <a:path h="57150" w="57150">
                  <a:moveTo>
                    <a:pt x="57150" y="28575"/>
                  </a:moveTo>
                  <a:cubicBezTo>
                    <a:pt x="57150" y="32385"/>
                    <a:pt x="56388" y="35941"/>
                    <a:pt x="54991" y="39497"/>
                  </a:cubicBezTo>
                  <a:cubicBezTo>
                    <a:pt x="53594" y="43053"/>
                    <a:pt x="51435" y="46101"/>
                    <a:pt x="48768" y="48768"/>
                  </a:cubicBezTo>
                  <a:cubicBezTo>
                    <a:pt x="46101" y="51435"/>
                    <a:pt x="43053" y="53467"/>
                    <a:pt x="39497" y="54991"/>
                  </a:cubicBezTo>
                  <a:cubicBezTo>
                    <a:pt x="35941" y="56515"/>
                    <a:pt x="32385" y="57150"/>
                    <a:pt x="28575" y="57150"/>
                  </a:cubicBezTo>
                  <a:cubicBezTo>
                    <a:pt x="24765" y="57150"/>
                    <a:pt x="21082" y="56388"/>
                    <a:pt x="17653" y="54991"/>
                  </a:cubicBezTo>
                  <a:cubicBezTo>
                    <a:pt x="14224" y="53594"/>
                    <a:pt x="11049" y="51435"/>
                    <a:pt x="8382" y="48768"/>
                  </a:cubicBezTo>
                  <a:cubicBezTo>
                    <a:pt x="5715" y="46101"/>
                    <a:pt x="3683" y="42926"/>
                    <a:pt x="2159" y="39497"/>
                  </a:cubicBezTo>
                  <a:cubicBezTo>
                    <a:pt x="635" y="36068"/>
                    <a:pt x="0" y="32385"/>
                    <a:pt x="0" y="28575"/>
                  </a:cubicBezTo>
                  <a:cubicBezTo>
                    <a:pt x="0" y="24765"/>
                    <a:pt x="762" y="21082"/>
                    <a:pt x="2159" y="17653"/>
                  </a:cubicBezTo>
                  <a:cubicBezTo>
                    <a:pt x="3556" y="14224"/>
                    <a:pt x="5715" y="11049"/>
                    <a:pt x="8382" y="8382"/>
                  </a:cubicBezTo>
                  <a:cubicBezTo>
                    <a:pt x="11049" y="5715"/>
                    <a:pt x="14097" y="3683"/>
                    <a:pt x="17653" y="2159"/>
                  </a:cubicBezTo>
                  <a:cubicBezTo>
                    <a:pt x="21209" y="635"/>
                    <a:pt x="24765" y="0"/>
                    <a:pt x="28575" y="0"/>
                  </a:cubicBezTo>
                  <a:cubicBezTo>
                    <a:pt x="32385" y="0"/>
                    <a:pt x="36068" y="762"/>
                    <a:pt x="39497" y="2159"/>
                  </a:cubicBezTo>
                  <a:cubicBezTo>
                    <a:pt x="42926" y="3556"/>
                    <a:pt x="46101" y="5715"/>
                    <a:pt x="48768" y="8382"/>
                  </a:cubicBezTo>
                  <a:cubicBezTo>
                    <a:pt x="51435" y="11049"/>
                    <a:pt x="53467" y="14097"/>
                    <a:pt x="54991" y="17653"/>
                  </a:cubicBezTo>
                  <a:cubicBezTo>
                    <a:pt x="56515" y="21209"/>
                    <a:pt x="57150" y="24765"/>
                    <a:pt x="57150" y="28575"/>
                  </a:cubicBezTo>
                </a:path>
              </a:pathLst>
            </a:custGeom>
            <a:solidFill>
              <a:srgbClr val="272525"/>
            </a:solidFill>
          </p:spPr>
        </p:sp>
      </p:grpSp>
      <p:sp>
        <p:nvSpPr>
          <p:cNvPr name="TextBox 16" id="16"/>
          <p:cNvSpPr txBox="true"/>
          <p:nvPr/>
        </p:nvSpPr>
        <p:spPr>
          <a:xfrm rot="0">
            <a:off x="600075" y="487004"/>
            <a:ext cx="5045497"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Solusi: Pelatihan Digital</a:t>
            </a:r>
          </a:p>
        </p:txBody>
      </p:sp>
      <p:sp>
        <p:nvSpPr>
          <p:cNvPr name="TextBox 17" id="17"/>
          <p:cNvSpPr txBox="true"/>
          <p:nvPr/>
        </p:nvSpPr>
        <p:spPr>
          <a:xfrm rot="0">
            <a:off x="7530703" y="1500845"/>
            <a:ext cx="2302088"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Pendekatan Pelatihan</a:t>
            </a:r>
          </a:p>
        </p:txBody>
      </p:sp>
      <p:sp>
        <p:nvSpPr>
          <p:cNvPr name="TextBox 18" id="18"/>
          <p:cNvSpPr txBox="true"/>
          <p:nvPr/>
        </p:nvSpPr>
        <p:spPr>
          <a:xfrm rot="0">
            <a:off x="9609068" y="20010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9" id="19"/>
          <p:cNvSpPr txBox="true"/>
          <p:nvPr/>
        </p:nvSpPr>
        <p:spPr>
          <a:xfrm rot="0">
            <a:off x="7530703" y="3891620"/>
            <a:ext cx="2293115"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Contoh Implementasi</a:t>
            </a:r>
          </a:p>
        </p:txBody>
      </p:sp>
      <p:sp>
        <p:nvSpPr>
          <p:cNvPr name="TextBox 20" id="20"/>
          <p:cNvSpPr txBox="true"/>
          <p:nvPr/>
        </p:nvSpPr>
        <p:spPr>
          <a:xfrm rot="0">
            <a:off x="8809768" y="439182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1" id="21"/>
          <p:cNvSpPr txBox="true"/>
          <p:nvPr/>
        </p:nvSpPr>
        <p:spPr>
          <a:xfrm rot="0">
            <a:off x="7804852" y="2001050"/>
            <a:ext cx="2853035"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Pelatihan penggunaan media sosial </a:t>
            </a:r>
          </a:p>
        </p:txBody>
      </p:sp>
      <p:sp>
        <p:nvSpPr>
          <p:cNvPr name="TextBox 22" id="22"/>
          <p:cNvSpPr txBox="true"/>
          <p:nvPr/>
        </p:nvSpPr>
        <p:spPr>
          <a:xfrm rot="0">
            <a:off x="7804852" y="2201075"/>
            <a:ext cx="2716949" cy="1520619"/>
          </a:xfrm>
          <a:prstGeom prst="rect">
            <a:avLst/>
          </a:prstGeom>
        </p:spPr>
        <p:txBody>
          <a:bodyPr anchor="t" rtlCol="false" tIns="0" lIns="0" bIns="0" rIns="0">
            <a:spAutoFit/>
          </a:bodyPr>
          <a:lstStyle/>
          <a:p>
            <a:pPr algn="l">
              <a:lnSpc>
                <a:spcPts val="2624"/>
              </a:lnSpc>
            </a:pPr>
            <a:r>
              <a:rPr lang="en-US" sz="1350">
                <a:solidFill>
                  <a:srgbClr val="272525"/>
                </a:solidFill>
                <a:latin typeface="Inter"/>
                <a:ea typeface="Inter"/>
                <a:cs typeface="Inter"/>
                <a:sym typeface="Inter"/>
              </a:rPr>
              <a:t>untuk promosi destinasi</a:t>
            </a:r>
          </a:p>
          <a:p>
            <a:pPr algn="l">
              <a:lnSpc>
                <a:spcPts val="2624"/>
              </a:lnSpc>
            </a:pPr>
            <a:r>
              <a:rPr lang="en-US" sz="1350">
                <a:solidFill>
                  <a:srgbClr val="272525"/>
                </a:solidFill>
                <a:latin typeface="Inter"/>
                <a:ea typeface="Inter"/>
                <a:cs typeface="Inter"/>
                <a:sym typeface="Inter"/>
              </a:rPr>
              <a:t>Panduan pemasaran digital dan </a:t>
            </a:r>
          </a:p>
          <a:p>
            <a:pPr algn="l">
              <a:lnSpc>
                <a:spcPts val="1725"/>
              </a:lnSpc>
            </a:pPr>
            <a:r>
              <a:rPr lang="en-US" sz="1350">
                <a:solidFill>
                  <a:srgbClr val="272525"/>
                </a:solidFill>
                <a:latin typeface="Inter"/>
                <a:ea typeface="Inter"/>
                <a:cs typeface="Inter"/>
                <a:sym typeface="Inter"/>
              </a:rPr>
              <a:t>strategi konten</a:t>
            </a:r>
          </a:p>
          <a:p>
            <a:pPr algn="l">
              <a:lnSpc>
                <a:spcPts val="3375"/>
              </a:lnSpc>
            </a:pPr>
            <a:r>
              <a:rPr lang="en-US" sz="1350">
                <a:solidFill>
                  <a:srgbClr val="272525"/>
                </a:solidFill>
                <a:latin typeface="Inter"/>
                <a:ea typeface="Inter"/>
                <a:cs typeface="Inter"/>
                <a:sym typeface="Inter"/>
              </a:rPr>
              <a:t>Pemanfaatan marketplace untuk </a:t>
            </a:r>
          </a:p>
          <a:p>
            <a:pPr algn="l">
              <a:lnSpc>
                <a:spcPts val="974"/>
              </a:lnSpc>
            </a:pPr>
            <a:r>
              <a:rPr lang="en-US" sz="1350">
                <a:solidFill>
                  <a:srgbClr val="272525"/>
                </a:solidFill>
                <a:latin typeface="Inter"/>
                <a:ea typeface="Inter"/>
                <a:cs typeface="Inter"/>
                <a:sym typeface="Inter"/>
              </a:rPr>
              <a:t>penjualan</a:t>
            </a:r>
          </a:p>
        </p:txBody>
      </p:sp>
      <p:sp>
        <p:nvSpPr>
          <p:cNvPr name="TextBox 23" id="23"/>
          <p:cNvSpPr txBox="true"/>
          <p:nvPr/>
        </p:nvSpPr>
        <p:spPr>
          <a:xfrm rot="0">
            <a:off x="7530703" y="4391825"/>
            <a:ext cx="2530673"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Pelatihan digital marketing oleh </a:t>
            </a:r>
          </a:p>
        </p:txBody>
      </p:sp>
      <p:sp>
        <p:nvSpPr>
          <p:cNvPr name="TextBox 24" id="24"/>
          <p:cNvSpPr txBox="true"/>
          <p:nvPr/>
        </p:nvSpPr>
        <p:spPr>
          <a:xfrm rot="0">
            <a:off x="7530703" y="4639475"/>
            <a:ext cx="3415865" cy="1072944"/>
          </a:xfrm>
          <a:prstGeom prst="rect">
            <a:avLst/>
          </a:prstGeom>
        </p:spPr>
        <p:txBody>
          <a:bodyPr anchor="t" rtlCol="false" tIns="0" lIns="0" bIns="0" rIns="0">
            <a:spAutoFit/>
          </a:bodyPr>
          <a:lstStyle/>
          <a:p>
            <a:pPr algn="l">
              <a:lnSpc>
                <a:spcPts val="2137"/>
              </a:lnSpc>
            </a:pPr>
            <a:r>
              <a:rPr lang="en-US" sz="1350" spc="1">
                <a:solidFill>
                  <a:srgbClr val="272525"/>
                </a:solidFill>
                <a:latin typeface="Inter"/>
                <a:ea typeface="Inter"/>
                <a:cs typeface="Inter"/>
                <a:sym typeface="Inter"/>
              </a:rPr>
              <a:t>pemerintah daerah untuk pelaku UMKM di Desa Penglipuran, mengajarkan penggunaan Instagram dan TikTok untuk menarik wisatawan.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63503" y="-63503"/>
            <a:ext cx="11556997" cy="6565897"/>
            <a:chOff x="0" y="0"/>
            <a:chExt cx="11557000" cy="6565900"/>
          </a:xfrm>
        </p:grpSpPr>
        <p:sp>
          <p:nvSpPr>
            <p:cNvPr name="Freeform 7" id="7"/>
            <p:cNvSpPr/>
            <p:nvPr/>
          </p:nvSpPr>
          <p:spPr>
            <a:xfrm flipH="false" flipV="false" rot="0">
              <a:off x="63500" y="6350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sp>
          <p:nvSpPr>
            <p:cNvPr name="Freeform 8" id="8"/>
            <p:cNvSpPr/>
            <p:nvPr/>
          </p:nvSpPr>
          <p:spPr>
            <a:xfrm flipH="false" flipV="false" rot="0">
              <a:off x="663575" y="2540000"/>
              <a:ext cx="3295650" cy="19050"/>
            </a:xfrm>
            <a:custGeom>
              <a:avLst/>
              <a:gdLst/>
              <a:ahLst/>
              <a:cxnLst/>
              <a:rect r="r" b="b" t="t" l="l"/>
              <a:pathLst>
                <a:path h="19050" w="3295650">
                  <a:moveTo>
                    <a:pt x="0" y="19050"/>
                  </a:moveTo>
                  <a:lnTo>
                    <a:pt x="3295650" y="19050"/>
                  </a:lnTo>
                  <a:lnTo>
                    <a:pt x="3295650" y="0"/>
                  </a:lnTo>
                  <a:lnTo>
                    <a:pt x="0" y="0"/>
                  </a:lnTo>
                  <a:close/>
                </a:path>
              </a:pathLst>
            </a:custGeom>
            <a:solidFill>
              <a:srgbClr val="007EBD"/>
            </a:solidFill>
          </p:spPr>
        </p:sp>
        <p:sp>
          <p:nvSpPr>
            <p:cNvPr name="Freeform 9" id="9"/>
            <p:cNvSpPr/>
            <p:nvPr/>
          </p:nvSpPr>
          <p:spPr>
            <a:xfrm flipH="false" flipV="false" rot="0">
              <a:off x="4130675" y="2540000"/>
              <a:ext cx="3295650" cy="19050"/>
            </a:xfrm>
            <a:custGeom>
              <a:avLst/>
              <a:gdLst/>
              <a:ahLst/>
              <a:cxnLst/>
              <a:rect r="r" b="b" t="t" l="l"/>
              <a:pathLst>
                <a:path h="19050" w="3295650">
                  <a:moveTo>
                    <a:pt x="0" y="19050"/>
                  </a:moveTo>
                  <a:lnTo>
                    <a:pt x="3295650" y="19050"/>
                  </a:lnTo>
                  <a:lnTo>
                    <a:pt x="3295650" y="0"/>
                  </a:lnTo>
                  <a:lnTo>
                    <a:pt x="0" y="0"/>
                  </a:lnTo>
                  <a:close/>
                </a:path>
              </a:pathLst>
            </a:custGeom>
            <a:solidFill>
              <a:srgbClr val="007EBD"/>
            </a:solidFill>
          </p:spPr>
        </p:sp>
        <p:sp>
          <p:nvSpPr>
            <p:cNvPr name="Freeform 10" id="10"/>
            <p:cNvSpPr/>
            <p:nvPr/>
          </p:nvSpPr>
          <p:spPr>
            <a:xfrm flipH="false" flipV="false" rot="0">
              <a:off x="7597775" y="2540000"/>
              <a:ext cx="3295650" cy="19050"/>
            </a:xfrm>
            <a:custGeom>
              <a:avLst/>
              <a:gdLst/>
              <a:ahLst/>
              <a:cxnLst/>
              <a:rect r="r" b="b" t="t" l="l"/>
              <a:pathLst>
                <a:path h="19050" w="3295650">
                  <a:moveTo>
                    <a:pt x="0" y="19050"/>
                  </a:moveTo>
                  <a:lnTo>
                    <a:pt x="3295650" y="19050"/>
                  </a:lnTo>
                  <a:lnTo>
                    <a:pt x="3295650" y="0"/>
                  </a:lnTo>
                  <a:lnTo>
                    <a:pt x="0" y="0"/>
                  </a:lnTo>
                  <a:close/>
                </a:path>
              </a:pathLst>
            </a:custGeom>
            <a:solidFill>
              <a:srgbClr val="007EBD"/>
            </a:solidFill>
          </p:spPr>
        </p:sp>
        <p:sp>
          <p:nvSpPr>
            <p:cNvPr name="Freeform 11" id="11"/>
            <p:cNvSpPr/>
            <p:nvPr/>
          </p:nvSpPr>
          <p:spPr>
            <a:xfrm flipH="false" flipV="false" rot="0">
              <a:off x="663448" y="4197096"/>
              <a:ext cx="10230231" cy="1000506"/>
            </a:xfrm>
            <a:custGeom>
              <a:avLst/>
              <a:gdLst/>
              <a:ahLst/>
              <a:cxnLst/>
              <a:rect r="r" b="b" t="t" l="l"/>
              <a:pathLst>
                <a:path h="1000506" w="10230231">
                  <a:moveTo>
                    <a:pt x="127" y="940308"/>
                  </a:moveTo>
                  <a:lnTo>
                    <a:pt x="127" y="60198"/>
                  </a:lnTo>
                  <a:cubicBezTo>
                    <a:pt x="127" y="56261"/>
                    <a:pt x="508" y="52324"/>
                    <a:pt x="1270" y="48514"/>
                  </a:cubicBezTo>
                  <a:cubicBezTo>
                    <a:pt x="2032" y="44704"/>
                    <a:pt x="3175" y="40894"/>
                    <a:pt x="4699" y="37211"/>
                  </a:cubicBezTo>
                  <a:cubicBezTo>
                    <a:pt x="6223" y="33528"/>
                    <a:pt x="8001" y="30099"/>
                    <a:pt x="10287" y="26797"/>
                  </a:cubicBezTo>
                  <a:cubicBezTo>
                    <a:pt x="12573" y="23495"/>
                    <a:pt x="14986" y="20447"/>
                    <a:pt x="17780" y="17653"/>
                  </a:cubicBezTo>
                  <a:cubicBezTo>
                    <a:pt x="20574" y="14859"/>
                    <a:pt x="23622" y="12319"/>
                    <a:pt x="26924" y="10160"/>
                  </a:cubicBezTo>
                  <a:cubicBezTo>
                    <a:pt x="30226" y="8001"/>
                    <a:pt x="33655" y="6096"/>
                    <a:pt x="37338" y="4572"/>
                  </a:cubicBezTo>
                  <a:cubicBezTo>
                    <a:pt x="41021" y="3048"/>
                    <a:pt x="44704" y="1905"/>
                    <a:pt x="48641" y="1143"/>
                  </a:cubicBezTo>
                  <a:cubicBezTo>
                    <a:pt x="52578" y="381"/>
                    <a:pt x="56388" y="0"/>
                    <a:pt x="60325" y="0"/>
                  </a:cubicBezTo>
                  <a:lnTo>
                    <a:pt x="10170033" y="0"/>
                  </a:lnTo>
                  <a:cubicBezTo>
                    <a:pt x="10173970" y="0"/>
                    <a:pt x="10177907" y="381"/>
                    <a:pt x="10181717" y="1143"/>
                  </a:cubicBezTo>
                  <a:cubicBezTo>
                    <a:pt x="10185527" y="1905"/>
                    <a:pt x="10189338" y="3048"/>
                    <a:pt x="10193020" y="4572"/>
                  </a:cubicBezTo>
                  <a:cubicBezTo>
                    <a:pt x="10196703" y="6096"/>
                    <a:pt x="10200132" y="7874"/>
                    <a:pt x="10203434" y="10160"/>
                  </a:cubicBezTo>
                  <a:cubicBezTo>
                    <a:pt x="10206737" y="12446"/>
                    <a:pt x="10209784" y="14859"/>
                    <a:pt x="10212578" y="17653"/>
                  </a:cubicBezTo>
                  <a:cubicBezTo>
                    <a:pt x="10215372" y="20447"/>
                    <a:pt x="10217785" y="23495"/>
                    <a:pt x="10220071" y="26797"/>
                  </a:cubicBezTo>
                  <a:cubicBezTo>
                    <a:pt x="10222357" y="30099"/>
                    <a:pt x="10224135" y="33528"/>
                    <a:pt x="10225659" y="37211"/>
                  </a:cubicBezTo>
                  <a:cubicBezTo>
                    <a:pt x="10227183" y="40894"/>
                    <a:pt x="10228327" y="44577"/>
                    <a:pt x="10229089" y="48514"/>
                  </a:cubicBezTo>
                  <a:cubicBezTo>
                    <a:pt x="10229851" y="52451"/>
                    <a:pt x="10230231" y="56261"/>
                    <a:pt x="10230231" y="60198"/>
                  </a:cubicBezTo>
                  <a:lnTo>
                    <a:pt x="10230231" y="940308"/>
                  </a:lnTo>
                  <a:cubicBezTo>
                    <a:pt x="10230231" y="944245"/>
                    <a:pt x="10229851" y="948182"/>
                    <a:pt x="10229089" y="951992"/>
                  </a:cubicBezTo>
                  <a:cubicBezTo>
                    <a:pt x="10228327" y="955802"/>
                    <a:pt x="10227183" y="959612"/>
                    <a:pt x="10225659" y="963295"/>
                  </a:cubicBezTo>
                  <a:cubicBezTo>
                    <a:pt x="10224135" y="966978"/>
                    <a:pt x="10222357" y="970407"/>
                    <a:pt x="10220071" y="973709"/>
                  </a:cubicBezTo>
                  <a:cubicBezTo>
                    <a:pt x="10217785" y="977011"/>
                    <a:pt x="10215372" y="980059"/>
                    <a:pt x="10212578" y="982853"/>
                  </a:cubicBezTo>
                  <a:cubicBezTo>
                    <a:pt x="10209784" y="985647"/>
                    <a:pt x="10206737" y="988187"/>
                    <a:pt x="10203434" y="990346"/>
                  </a:cubicBezTo>
                  <a:cubicBezTo>
                    <a:pt x="10200132" y="992505"/>
                    <a:pt x="10196703" y="994410"/>
                    <a:pt x="10193020" y="995934"/>
                  </a:cubicBezTo>
                  <a:cubicBezTo>
                    <a:pt x="10189338" y="997458"/>
                    <a:pt x="10185654" y="998601"/>
                    <a:pt x="10181717" y="999363"/>
                  </a:cubicBezTo>
                  <a:cubicBezTo>
                    <a:pt x="10177780" y="1000125"/>
                    <a:pt x="10173970" y="1000506"/>
                    <a:pt x="10170033" y="1000506"/>
                  </a:cubicBezTo>
                  <a:lnTo>
                    <a:pt x="60198" y="1000506"/>
                  </a:lnTo>
                  <a:cubicBezTo>
                    <a:pt x="56261" y="1000506"/>
                    <a:pt x="52324" y="1000125"/>
                    <a:pt x="48514" y="999363"/>
                  </a:cubicBezTo>
                  <a:cubicBezTo>
                    <a:pt x="44704" y="998601"/>
                    <a:pt x="40894" y="997458"/>
                    <a:pt x="37211" y="995934"/>
                  </a:cubicBezTo>
                  <a:cubicBezTo>
                    <a:pt x="33528" y="994410"/>
                    <a:pt x="30099" y="992632"/>
                    <a:pt x="26797" y="990346"/>
                  </a:cubicBezTo>
                  <a:cubicBezTo>
                    <a:pt x="23495" y="988060"/>
                    <a:pt x="20447" y="985647"/>
                    <a:pt x="17653" y="982853"/>
                  </a:cubicBezTo>
                  <a:cubicBezTo>
                    <a:pt x="14859" y="980059"/>
                    <a:pt x="12319" y="977011"/>
                    <a:pt x="10160" y="973709"/>
                  </a:cubicBezTo>
                  <a:cubicBezTo>
                    <a:pt x="8001" y="970407"/>
                    <a:pt x="6096" y="966978"/>
                    <a:pt x="4572" y="963295"/>
                  </a:cubicBezTo>
                  <a:cubicBezTo>
                    <a:pt x="3048" y="959612"/>
                    <a:pt x="1905" y="955929"/>
                    <a:pt x="1143" y="951992"/>
                  </a:cubicBezTo>
                  <a:cubicBezTo>
                    <a:pt x="381" y="948055"/>
                    <a:pt x="0" y="944245"/>
                    <a:pt x="0" y="940308"/>
                  </a:cubicBezTo>
                </a:path>
              </a:pathLst>
            </a:custGeom>
            <a:solidFill>
              <a:srgbClr val="B6D6FC"/>
            </a:solidFill>
          </p:spPr>
        </p:sp>
        <p:sp>
          <p:nvSpPr>
            <p:cNvPr name="Freeform 12" id="12"/>
            <p:cNvSpPr/>
            <p:nvPr/>
          </p:nvSpPr>
          <p:spPr>
            <a:xfrm flipH="false" flipV="false" rot="0">
              <a:off x="856488" y="4454525"/>
              <a:ext cx="171450" cy="171450"/>
            </a:xfrm>
            <a:custGeom>
              <a:avLst/>
              <a:gdLst/>
              <a:ahLst/>
              <a:cxnLst/>
              <a:rect r="r" b="b" t="t" l="l"/>
              <a:pathLst>
                <a:path h="171450" w="171450">
                  <a:moveTo>
                    <a:pt x="85725" y="16129"/>
                  </a:moveTo>
                  <a:cubicBezTo>
                    <a:pt x="90297" y="16129"/>
                    <a:pt x="94869" y="16637"/>
                    <a:pt x="99314" y="17399"/>
                  </a:cubicBezTo>
                  <a:cubicBezTo>
                    <a:pt x="103759" y="18161"/>
                    <a:pt x="108204" y="19558"/>
                    <a:pt x="112395" y="21336"/>
                  </a:cubicBezTo>
                  <a:cubicBezTo>
                    <a:pt x="116586" y="23114"/>
                    <a:pt x="120650" y="25273"/>
                    <a:pt x="124460" y="27813"/>
                  </a:cubicBezTo>
                  <a:cubicBezTo>
                    <a:pt x="128270" y="30353"/>
                    <a:pt x="131826" y="33274"/>
                    <a:pt x="135001" y="36449"/>
                  </a:cubicBezTo>
                  <a:cubicBezTo>
                    <a:pt x="138176" y="39624"/>
                    <a:pt x="141097" y="43180"/>
                    <a:pt x="143637" y="46990"/>
                  </a:cubicBezTo>
                  <a:cubicBezTo>
                    <a:pt x="146177" y="50800"/>
                    <a:pt x="148336" y="54864"/>
                    <a:pt x="150114" y="59055"/>
                  </a:cubicBezTo>
                  <a:cubicBezTo>
                    <a:pt x="151892" y="63246"/>
                    <a:pt x="153162" y="67691"/>
                    <a:pt x="154051" y="72136"/>
                  </a:cubicBezTo>
                  <a:cubicBezTo>
                    <a:pt x="154940" y="76581"/>
                    <a:pt x="155448" y="81153"/>
                    <a:pt x="155448" y="85725"/>
                  </a:cubicBezTo>
                  <a:cubicBezTo>
                    <a:pt x="155448" y="90297"/>
                    <a:pt x="154940" y="94869"/>
                    <a:pt x="154051" y="99314"/>
                  </a:cubicBezTo>
                  <a:cubicBezTo>
                    <a:pt x="153162" y="103759"/>
                    <a:pt x="151892" y="108204"/>
                    <a:pt x="150114" y="112395"/>
                  </a:cubicBezTo>
                  <a:cubicBezTo>
                    <a:pt x="148336" y="116586"/>
                    <a:pt x="146177" y="120650"/>
                    <a:pt x="143637" y="124460"/>
                  </a:cubicBezTo>
                  <a:cubicBezTo>
                    <a:pt x="141097" y="128270"/>
                    <a:pt x="138176" y="131826"/>
                    <a:pt x="135001" y="135001"/>
                  </a:cubicBezTo>
                  <a:cubicBezTo>
                    <a:pt x="131826" y="138176"/>
                    <a:pt x="128270" y="141097"/>
                    <a:pt x="124460" y="143637"/>
                  </a:cubicBezTo>
                  <a:cubicBezTo>
                    <a:pt x="120650" y="146177"/>
                    <a:pt x="116586" y="148336"/>
                    <a:pt x="112395" y="150114"/>
                  </a:cubicBezTo>
                  <a:cubicBezTo>
                    <a:pt x="108204" y="151892"/>
                    <a:pt x="103759" y="153162"/>
                    <a:pt x="99314" y="154051"/>
                  </a:cubicBezTo>
                  <a:cubicBezTo>
                    <a:pt x="94869" y="154940"/>
                    <a:pt x="90297" y="155448"/>
                    <a:pt x="85725" y="155448"/>
                  </a:cubicBezTo>
                  <a:cubicBezTo>
                    <a:pt x="81153" y="155448"/>
                    <a:pt x="76581" y="154940"/>
                    <a:pt x="72136" y="154051"/>
                  </a:cubicBezTo>
                  <a:cubicBezTo>
                    <a:pt x="67691" y="153162"/>
                    <a:pt x="63246" y="151892"/>
                    <a:pt x="59055" y="150114"/>
                  </a:cubicBezTo>
                  <a:cubicBezTo>
                    <a:pt x="54864" y="148336"/>
                    <a:pt x="50800" y="146177"/>
                    <a:pt x="46990" y="143637"/>
                  </a:cubicBezTo>
                  <a:cubicBezTo>
                    <a:pt x="43180" y="141097"/>
                    <a:pt x="39624" y="138176"/>
                    <a:pt x="36449" y="135001"/>
                  </a:cubicBezTo>
                  <a:cubicBezTo>
                    <a:pt x="33274" y="131826"/>
                    <a:pt x="30353" y="128270"/>
                    <a:pt x="27813" y="124460"/>
                  </a:cubicBezTo>
                  <a:cubicBezTo>
                    <a:pt x="25273" y="120650"/>
                    <a:pt x="23114" y="116586"/>
                    <a:pt x="21336" y="112395"/>
                  </a:cubicBezTo>
                  <a:cubicBezTo>
                    <a:pt x="19558" y="108204"/>
                    <a:pt x="18288" y="103759"/>
                    <a:pt x="17399" y="99314"/>
                  </a:cubicBezTo>
                  <a:cubicBezTo>
                    <a:pt x="16510" y="94869"/>
                    <a:pt x="16002" y="90297"/>
                    <a:pt x="16002" y="85725"/>
                  </a:cubicBezTo>
                  <a:cubicBezTo>
                    <a:pt x="16002" y="81153"/>
                    <a:pt x="16510" y="76581"/>
                    <a:pt x="17399" y="72136"/>
                  </a:cubicBezTo>
                  <a:cubicBezTo>
                    <a:pt x="18288" y="67691"/>
                    <a:pt x="19558" y="63246"/>
                    <a:pt x="21336" y="59055"/>
                  </a:cubicBezTo>
                  <a:cubicBezTo>
                    <a:pt x="23114" y="54864"/>
                    <a:pt x="25273" y="50800"/>
                    <a:pt x="27813" y="46990"/>
                  </a:cubicBezTo>
                  <a:cubicBezTo>
                    <a:pt x="30353" y="43180"/>
                    <a:pt x="33274" y="39624"/>
                    <a:pt x="36449" y="36449"/>
                  </a:cubicBezTo>
                  <a:cubicBezTo>
                    <a:pt x="39624" y="33274"/>
                    <a:pt x="43180" y="30353"/>
                    <a:pt x="46990" y="27813"/>
                  </a:cubicBezTo>
                  <a:cubicBezTo>
                    <a:pt x="50800" y="25273"/>
                    <a:pt x="54864" y="23114"/>
                    <a:pt x="59055" y="21336"/>
                  </a:cubicBezTo>
                  <a:cubicBezTo>
                    <a:pt x="63246" y="19558"/>
                    <a:pt x="67691" y="18288"/>
                    <a:pt x="72136" y="17399"/>
                  </a:cubicBezTo>
                  <a:cubicBezTo>
                    <a:pt x="76581" y="16510"/>
                    <a:pt x="81153" y="16129"/>
                    <a:pt x="85725" y="16129"/>
                  </a:cubicBezTo>
                  <a:close/>
                  <a:moveTo>
                    <a:pt x="85725" y="171450"/>
                  </a:moveTo>
                  <a:cubicBezTo>
                    <a:pt x="91313" y="171450"/>
                    <a:pt x="96901" y="170942"/>
                    <a:pt x="102489" y="169799"/>
                  </a:cubicBezTo>
                  <a:cubicBezTo>
                    <a:pt x="108077" y="168656"/>
                    <a:pt x="113411" y="167132"/>
                    <a:pt x="118618" y="164973"/>
                  </a:cubicBezTo>
                  <a:cubicBezTo>
                    <a:pt x="123825" y="162814"/>
                    <a:pt x="128778" y="160147"/>
                    <a:pt x="133477" y="157099"/>
                  </a:cubicBezTo>
                  <a:cubicBezTo>
                    <a:pt x="138176" y="154051"/>
                    <a:pt x="142494" y="150368"/>
                    <a:pt x="146431" y="146431"/>
                  </a:cubicBezTo>
                  <a:cubicBezTo>
                    <a:pt x="150368" y="142494"/>
                    <a:pt x="153924" y="138176"/>
                    <a:pt x="157099" y="133477"/>
                  </a:cubicBezTo>
                  <a:cubicBezTo>
                    <a:pt x="160274" y="128778"/>
                    <a:pt x="162814" y="123825"/>
                    <a:pt x="164973" y="118618"/>
                  </a:cubicBezTo>
                  <a:cubicBezTo>
                    <a:pt x="167132" y="113411"/>
                    <a:pt x="168783" y="108077"/>
                    <a:pt x="169799" y="102489"/>
                  </a:cubicBezTo>
                  <a:cubicBezTo>
                    <a:pt x="170815" y="96901"/>
                    <a:pt x="171450" y="91440"/>
                    <a:pt x="171450" y="85725"/>
                  </a:cubicBezTo>
                  <a:cubicBezTo>
                    <a:pt x="171450" y="80010"/>
                    <a:pt x="170942" y="74549"/>
                    <a:pt x="169799" y="68961"/>
                  </a:cubicBezTo>
                  <a:cubicBezTo>
                    <a:pt x="168656" y="63373"/>
                    <a:pt x="167132" y="58039"/>
                    <a:pt x="164973" y="52832"/>
                  </a:cubicBezTo>
                  <a:cubicBezTo>
                    <a:pt x="162814" y="47625"/>
                    <a:pt x="160147" y="42672"/>
                    <a:pt x="157099" y="37973"/>
                  </a:cubicBezTo>
                  <a:cubicBezTo>
                    <a:pt x="154051" y="33274"/>
                    <a:pt x="150368" y="28956"/>
                    <a:pt x="146431" y="25019"/>
                  </a:cubicBezTo>
                  <a:cubicBezTo>
                    <a:pt x="142494" y="21082"/>
                    <a:pt x="138176" y="17526"/>
                    <a:pt x="133477" y="14351"/>
                  </a:cubicBezTo>
                  <a:cubicBezTo>
                    <a:pt x="128778" y="11176"/>
                    <a:pt x="123825" y="8509"/>
                    <a:pt x="118618" y="6477"/>
                  </a:cubicBezTo>
                  <a:cubicBezTo>
                    <a:pt x="113411" y="4445"/>
                    <a:pt x="108077" y="2667"/>
                    <a:pt x="102489" y="1651"/>
                  </a:cubicBezTo>
                  <a:cubicBezTo>
                    <a:pt x="96901" y="635"/>
                    <a:pt x="91440" y="0"/>
                    <a:pt x="85725" y="0"/>
                  </a:cubicBezTo>
                  <a:cubicBezTo>
                    <a:pt x="80010" y="0"/>
                    <a:pt x="74549" y="508"/>
                    <a:pt x="68961" y="1651"/>
                  </a:cubicBezTo>
                  <a:cubicBezTo>
                    <a:pt x="63373" y="2794"/>
                    <a:pt x="58039" y="4318"/>
                    <a:pt x="52832" y="6477"/>
                  </a:cubicBezTo>
                  <a:cubicBezTo>
                    <a:pt x="47625" y="8636"/>
                    <a:pt x="42672" y="11303"/>
                    <a:pt x="37973" y="14351"/>
                  </a:cubicBezTo>
                  <a:cubicBezTo>
                    <a:pt x="33274" y="17399"/>
                    <a:pt x="28956" y="21082"/>
                    <a:pt x="25019" y="25019"/>
                  </a:cubicBezTo>
                  <a:cubicBezTo>
                    <a:pt x="21082" y="28956"/>
                    <a:pt x="17526" y="33274"/>
                    <a:pt x="14351" y="37973"/>
                  </a:cubicBezTo>
                  <a:cubicBezTo>
                    <a:pt x="11176" y="42672"/>
                    <a:pt x="8636" y="47625"/>
                    <a:pt x="6477" y="52832"/>
                  </a:cubicBezTo>
                  <a:cubicBezTo>
                    <a:pt x="4318" y="58039"/>
                    <a:pt x="2667" y="63373"/>
                    <a:pt x="1651" y="68961"/>
                  </a:cubicBezTo>
                  <a:cubicBezTo>
                    <a:pt x="635" y="74549"/>
                    <a:pt x="0" y="80010"/>
                    <a:pt x="0" y="85725"/>
                  </a:cubicBezTo>
                  <a:cubicBezTo>
                    <a:pt x="0" y="91440"/>
                    <a:pt x="508" y="96901"/>
                    <a:pt x="1651" y="102489"/>
                  </a:cubicBezTo>
                  <a:cubicBezTo>
                    <a:pt x="2794" y="108077"/>
                    <a:pt x="4318" y="113411"/>
                    <a:pt x="6477" y="118618"/>
                  </a:cubicBezTo>
                  <a:cubicBezTo>
                    <a:pt x="8636" y="123825"/>
                    <a:pt x="11303" y="128778"/>
                    <a:pt x="14351" y="133477"/>
                  </a:cubicBezTo>
                  <a:cubicBezTo>
                    <a:pt x="17399" y="138176"/>
                    <a:pt x="21082" y="142494"/>
                    <a:pt x="25019" y="146431"/>
                  </a:cubicBezTo>
                  <a:cubicBezTo>
                    <a:pt x="28956" y="150368"/>
                    <a:pt x="33274" y="153924"/>
                    <a:pt x="37973" y="157099"/>
                  </a:cubicBezTo>
                  <a:cubicBezTo>
                    <a:pt x="42672" y="160274"/>
                    <a:pt x="47625" y="162814"/>
                    <a:pt x="52832" y="164973"/>
                  </a:cubicBezTo>
                  <a:cubicBezTo>
                    <a:pt x="58039" y="167132"/>
                    <a:pt x="63373" y="168783"/>
                    <a:pt x="68961" y="169799"/>
                  </a:cubicBezTo>
                  <a:cubicBezTo>
                    <a:pt x="74549" y="170815"/>
                    <a:pt x="80010" y="171450"/>
                    <a:pt x="85725" y="171450"/>
                  </a:cubicBezTo>
                  <a:close/>
                  <a:moveTo>
                    <a:pt x="72390" y="112522"/>
                  </a:moveTo>
                  <a:cubicBezTo>
                    <a:pt x="67945" y="112522"/>
                    <a:pt x="64389" y="116078"/>
                    <a:pt x="64389" y="120523"/>
                  </a:cubicBezTo>
                  <a:cubicBezTo>
                    <a:pt x="64389" y="124968"/>
                    <a:pt x="67945" y="128524"/>
                    <a:pt x="72390" y="128524"/>
                  </a:cubicBezTo>
                  <a:lnTo>
                    <a:pt x="99187" y="128524"/>
                  </a:lnTo>
                  <a:cubicBezTo>
                    <a:pt x="103632" y="128524"/>
                    <a:pt x="107188" y="124968"/>
                    <a:pt x="107188" y="120523"/>
                  </a:cubicBezTo>
                  <a:cubicBezTo>
                    <a:pt x="107188" y="116078"/>
                    <a:pt x="103632" y="112522"/>
                    <a:pt x="99187" y="112522"/>
                  </a:cubicBezTo>
                  <a:lnTo>
                    <a:pt x="96520" y="112522"/>
                  </a:lnTo>
                  <a:lnTo>
                    <a:pt x="96520" y="83058"/>
                  </a:lnTo>
                  <a:cubicBezTo>
                    <a:pt x="96520" y="78613"/>
                    <a:pt x="92964" y="75057"/>
                    <a:pt x="88519" y="75057"/>
                  </a:cubicBezTo>
                  <a:lnTo>
                    <a:pt x="72263" y="75057"/>
                  </a:lnTo>
                  <a:cubicBezTo>
                    <a:pt x="67818" y="75057"/>
                    <a:pt x="64262" y="78613"/>
                    <a:pt x="64262" y="83058"/>
                  </a:cubicBezTo>
                  <a:cubicBezTo>
                    <a:pt x="64262" y="87503"/>
                    <a:pt x="67818" y="91059"/>
                    <a:pt x="72263" y="91059"/>
                  </a:cubicBezTo>
                  <a:lnTo>
                    <a:pt x="80264" y="91059"/>
                  </a:lnTo>
                  <a:lnTo>
                    <a:pt x="80264" y="112522"/>
                  </a:lnTo>
                  <a:lnTo>
                    <a:pt x="72263" y="112522"/>
                  </a:lnTo>
                  <a:close/>
                  <a:moveTo>
                    <a:pt x="85598" y="64262"/>
                  </a:moveTo>
                  <a:cubicBezTo>
                    <a:pt x="88519" y="64262"/>
                    <a:pt x="91059" y="63246"/>
                    <a:pt x="93218" y="61087"/>
                  </a:cubicBezTo>
                  <a:cubicBezTo>
                    <a:pt x="95377" y="58928"/>
                    <a:pt x="96393" y="56515"/>
                    <a:pt x="96393" y="53467"/>
                  </a:cubicBezTo>
                  <a:cubicBezTo>
                    <a:pt x="96393" y="50419"/>
                    <a:pt x="95377" y="48006"/>
                    <a:pt x="93218" y="45847"/>
                  </a:cubicBezTo>
                  <a:cubicBezTo>
                    <a:pt x="91059" y="43688"/>
                    <a:pt x="88646" y="42672"/>
                    <a:pt x="85598" y="42672"/>
                  </a:cubicBezTo>
                  <a:cubicBezTo>
                    <a:pt x="82550" y="42672"/>
                    <a:pt x="80137" y="43688"/>
                    <a:pt x="77978" y="45847"/>
                  </a:cubicBezTo>
                  <a:cubicBezTo>
                    <a:pt x="75819" y="48006"/>
                    <a:pt x="74803" y="50419"/>
                    <a:pt x="74803" y="53467"/>
                  </a:cubicBezTo>
                  <a:cubicBezTo>
                    <a:pt x="74803" y="56515"/>
                    <a:pt x="75819" y="58928"/>
                    <a:pt x="77978" y="61087"/>
                  </a:cubicBezTo>
                  <a:cubicBezTo>
                    <a:pt x="80137" y="63246"/>
                    <a:pt x="82550" y="64262"/>
                    <a:pt x="85598" y="64262"/>
                  </a:cubicBezTo>
                </a:path>
              </a:pathLst>
            </a:custGeom>
            <a:solidFill>
              <a:srgbClr val="006ED6"/>
            </a:solidFill>
          </p:spPr>
        </p:sp>
      </p:grpSp>
      <p:sp>
        <p:nvSpPr>
          <p:cNvPr name="TextBox 13" id="13"/>
          <p:cNvSpPr txBox="true"/>
          <p:nvPr/>
        </p:nvSpPr>
        <p:spPr>
          <a:xfrm rot="0">
            <a:off x="600075" y="1249004"/>
            <a:ext cx="6637049"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Solusi: Manajemen Pengunjung</a:t>
            </a:r>
          </a:p>
        </p:txBody>
      </p:sp>
      <p:sp>
        <p:nvSpPr>
          <p:cNvPr name="TextBox 14" id="14"/>
          <p:cNvSpPr txBox="true"/>
          <p:nvPr/>
        </p:nvSpPr>
        <p:spPr>
          <a:xfrm rot="0">
            <a:off x="600075" y="2172367"/>
            <a:ext cx="2409425" cy="697859"/>
          </a:xfrm>
          <a:prstGeom prst="rect">
            <a:avLst/>
          </a:prstGeom>
        </p:spPr>
        <p:txBody>
          <a:bodyPr anchor="t" rtlCol="false" tIns="0" lIns="0" bIns="0" rIns="0">
            <a:spAutoFit/>
          </a:bodyPr>
          <a:lstStyle/>
          <a:p>
            <a:pPr algn="l">
              <a:lnSpc>
                <a:spcPts val="1889"/>
              </a:lnSpc>
            </a:pPr>
            <a:r>
              <a:rPr lang="en-US" sz="1350">
                <a:solidFill>
                  <a:srgbClr val="272525"/>
                </a:solidFill>
                <a:latin typeface="Petrona Light"/>
                <a:ea typeface="Petrona Light"/>
                <a:cs typeface="Petrona Light"/>
                <a:sym typeface="Petrona Light"/>
              </a:rPr>
              <a:t>01</a:t>
            </a:r>
          </a:p>
          <a:p>
            <a:pPr algn="l">
              <a:lnSpc>
                <a:spcPts val="2480"/>
              </a:lnSpc>
            </a:pPr>
            <a:r>
              <a:rPr lang="en-US" b="true" sz="1771">
                <a:solidFill>
                  <a:srgbClr val="272525"/>
                </a:solidFill>
                <a:latin typeface="Petrona Bold"/>
                <a:ea typeface="Petrona Bold"/>
                <a:cs typeface="Petrona Bold"/>
                <a:sym typeface="Petrona Bold"/>
              </a:rPr>
              <a:t>Sistem</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Booking</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Online</a:t>
            </a:r>
          </a:p>
        </p:txBody>
      </p:sp>
      <p:sp>
        <p:nvSpPr>
          <p:cNvPr name="TextBox 15" id="15"/>
          <p:cNvSpPr txBox="true"/>
          <p:nvPr/>
        </p:nvSpPr>
        <p:spPr>
          <a:xfrm rot="0">
            <a:off x="4067175" y="2187802"/>
            <a:ext cx="1945853" cy="550907"/>
          </a:xfrm>
          <a:prstGeom prst="rect">
            <a:avLst/>
          </a:prstGeom>
        </p:spPr>
        <p:txBody>
          <a:bodyPr anchor="t" rtlCol="false" tIns="0" lIns="0" bIns="0" rIns="0">
            <a:spAutoFit/>
          </a:bodyPr>
          <a:lstStyle/>
          <a:p>
            <a:pPr algn="l">
              <a:lnSpc>
                <a:spcPts val="1889"/>
              </a:lnSpc>
            </a:pPr>
            <a:r>
              <a:rPr lang="en-US" sz="1350">
                <a:solidFill>
                  <a:srgbClr val="272525"/>
                </a:solidFill>
                <a:latin typeface="Petrona Light"/>
                <a:ea typeface="Petrona Light"/>
                <a:cs typeface="Petrona Light"/>
                <a:sym typeface="Petrona Light"/>
              </a:rPr>
              <a:t>02</a:t>
            </a:r>
          </a:p>
          <a:p>
            <a:pPr algn="l">
              <a:lnSpc>
                <a:spcPts val="2480"/>
              </a:lnSpc>
            </a:pPr>
            <a:r>
              <a:rPr lang="en-US" b="true" sz="1771">
                <a:solidFill>
                  <a:srgbClr val="272525"/>
                </a:solidFill>
                <a:latin typeface="Petrona Bold"/>
                <a:ea typeface="Petrona Bold"/>
                <a:cs typeface="Petrona Bold"/>
                <a:sym typeface="Petrona Bold"/>
              </a:rPr>
              <a:t>Pembatasan</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Kuota</a:t>
            </a:r>
          </a:p>
        </p:txBody>
      </p:sp>
      <p:sp>
        <p:nvSpPr>
          <p:cNvPr name="TextBox 16" id="16"/>
          <p:cNvSpPr txBox="true"/>
          <p:nvPr/>
        </p:nvSpPr>
        <p:spPr>
          <a:xfrm rot="0">
            <a:off x="1304849" y="2567645"/>
            <a:ext cx="50254"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 </a:t>
            </a:r>
          </a:p>
        </p:txBody>
      </p:sp>
      <p:sp>
        <p:nvSpPr>
          <p:cNvPr name="TextBox 17" id="17"/>
          <p:cNvSpPr txBox="true"/>
          <p:nvPr/>
        </p:nvSpPr>
        <p:spPr>
          <a:xfrm rot="0">
            <a:off x="7534275" y="2457751"/>
            <a:ext cx="2119296" cy="238624"/>
          </a:xfrm>
          <a:prstGeom prst="rect">
            <a:avLst/>
          </a:prstGeom>
        </p:spPr>
        <p:txBody>
          <a:bodyPr anchor="t" rtlCol="false" tIns="0" lIns="0" bIns="0" rIns="0">
            <a:spAutoFit/>
          </a:bodyPr>
          <a:lstStyle/>
          <a:p>
            <a:pPr algn="l">
              <a:lnSpc>
                <a:spcPts val="625"/>
              </a:lnSpc>
            </a:pPr>
          </a:p>
          <a:p>
            <a:pPr algn="l">
              <a:lnSpc>
                <a:spcPts val="821"/>
              </a:lnSpc>
            </a:pPr>
            <a:r>
              <a:rPr lang="en-US" b="true" sz="1642">
                <a:solidFill>
                  <a:srgbClr val="272525"/>
                </a:solidFill>
                <a:latin typeface="Petrona Bold"/>
                <a:ea typeface="Petrona Bold"/>
                <a:cs typeface="Petrona Bold"/>
                <a:sym typeface="Petrona Bold"/>
              </a:rPr>
              <a:t>Monitoring Real-time</a:t>
            </a:r>
          </a:p>
        </p:txBody>
      </p:sp>
      <p:sp>
        <p:nvSpPr>
          <p:cNvPr name="TextBox 18" id="18"/>
          <p:cNvSpPr txBox="true"/>
          <p:nvPr/>
        </p:nvSpPr>
        <p:spPr>
          <a:xfrm rot="0">
            <a:off x="5429336" y="301070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9" id="19"/>
          <p:cNvSpPr txBox="true"/>
          <p:nvPr/>
        </p:nvSpPr>
        <p:spPr>
          <a:xfrm rot="0">
            <a:off x="8542858" y="301070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0" id="20"/>
          <p:cNvSpPr txBox="true"/>
          <p:nvPr/>
        </p:nvSpPr>
        <p:spPr>
          <a:xfrm rot="0">
            <a:off x="600075" y="2982125"/>
            <a:ext cx="3240224" cy="796719"/>
          </a:xfrm>
          <a:prstGeom prst="rect">
            <a:avLst/>
          </a:prstGeom>
        </p:spPr>
        <p:txBody>
          <a:bodyPr anchor="t" rtlCol="false" tIns="0" lIns="0" bIns="0" rIns="0">
            <a:spAutoFit/>
          </a:bodyPr>
          <a:lstStyle/>
          <a:p>
            <a:pPr algn="l">
              <a:lnSpc>
                <a:spcPts val="2124"/>
              </a:lnSpc>
            </a:pPr>
            <a:r>
              <a:rPr lang="en-US" sz="1350">
                <a:solidFill>
                  <a:srgbClr val="272525"/>
                </a:solidFill>
                <a:latin typeface="Inter"/>
                <a:ea typeface="Inter"/>
                <a:cs typeface="Inter"/>
                <a:sym typeface="Inter"/>
              </a:rPr>
              <a:t>Implementasi platform reservasi digital dengan kuota harian untuk mengendalikan jumlah pengunjung</a:t>
            </a:r>
          </a:p>
        </p:txBody>
      </p:sp>
      <p:sp>
        <p:nvSpPr>
          <p:cNvPr name="TextBox 21" id="21"/>
          <p:cNvSpPr txBox="true"/>
          <p:nvPr/>
        </p:nvSpPr>
        <p:spPr>
          <a:xfrm rot="0">
            <a:off x="4067175" y="3010700"/>
            <a:ext cx="3295336"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Penetapan batasmaksimal pengunjung </a:t>
            </a:r>
          </a:p>
        </p:txBody>
      </p:sp>
      <p:sp>
        <p:nvSpPr>
          <p:cNvPr name="TextBox 22" id="22"/>
          <p:cNvSpPr txBox="true"/>
          <p:nvPr/>
        </p:nvSpPr>
        <p:spPr>
          <a:xfrm rot="0">
            <a:off x="7534275" y="3010700"/>
            <a:ext cx="3186112"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Pemantauan jumlah pengunjung secara </a:t>
            </a:r>
          </a:p>
        </p:txBody>
      </p:sp>
      <p:sp>
        <p:nvSpPr>
          <p:cNvPr name="TextBox 23" id="23"/>
          <p:cNvSpPr txBox="true"/>
          <p:nvPr/>
        </p:nvSpPr>
        <p:spPr>
          <a:xfrm rot="0">
            <a:off x="4067175" y="3286925"/>
            <a:ext cx="3330575"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per hari untuk menjaga kenyamanan dan  </a:t>
            </a:r>
          </a:p>
        </p:txBody>
      </p:sp>
      <p:sp>
        <p:nvSpPr>
          <p:cNvPr name="TextBox 24" id="24"/>
          <p:cNvSpPr txBox="true"/>
          <p:nvPr/>
        </p:nvSpPr>
        <p:spPr>
          <a:xfrm rot="0">
            <a:off x="4067175" y="3553625"/>
            <a:ext cx="16846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kelestarian destinasi</a:t>
            </a:r>
          </a:p>
        </p:txBody>
      </p:sp>
      <p:sp>
        <p:nvSpPr>
          <p:cNvPr name="TextBox 25" id="25"/>
          <p:cNvSpPr txBox="true"/>
          <p:nvPr/>
        </p:nvSpPr>
        <p:spPr>
          <a:xfrm rot="0">
            <a:off x="7534275" y="3553625"/>
            <a:ext cx="466115"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cepat</a:t>
            </a:r>
          </a:p>
        </p:txBody>
      </p:sp>
      <p:sp>
        <p:nvSpPr>
          <p:cNvPr name="TextBox 26" id="26"/>
          <p:cNvSpPr txBox="true"/>
          <p:nvPr/>
        </p:nvSpPr>
        <p:spPr>
          <a:xfrm rot="0">
            <a:off x="1157288" y="4334675"/>
            <a:ext cx="9205846" cy="530019"/>
          </a:xfrm>
          <a:prstGeom prst="rect">
            <a:avLst/>
          </a:prstGeom>
        </p:spPr>
        <p:txBody>
          <a:bodyPr anchor="t" rtlCol="false" tIns="0" lIns="0" bIns="0" rIns="0">
            <a:spAutoFit/>
          </a:bodyPr>
          <a:lstStyle/>
          <a:p>
            <a:pPr algn="l">
              <a:lnSpc>
                <a:spcPts val="2174"/>
              </a:lnSpc>
            </a:pPr>
            <a:r>
              <a:rPr lang="en-US" b="true" sz="1350">
                <a:solidFill>
                  <a:srgbClr val="000000"/>
                </a:solidFill>
                <a:latin typeface="Inter Bold"/>
                <a:ea typeface="Inter Bold"/>
                <a:cs typeface="Inter Bold"/>
                <a:sym typeface="Inter Bold"/>
              </a:rPr>
              <a:t>Contoh:</a:t>
            </a:r>
            <a:r>
              <a:rPr lang="en-US" sz="1350">
                <a:solidFill>
                  <a:srgbClr val="000000"/>
                </a:solidFill>
                <a:latin typeface="Inter"/>
                <a:ea typeface="Inter"/>
                <a:cs typeface="Inter"/>
                <a:sym typeface="Inter"/>
              </a:rPr>
              <a:t> Pembatasan kunjungan ke Nusa Penida untuk menjaga kelestarian alam dan mengurangi kepadatan di destinasi populer</a:t>
            </a:r>
          </a:p>
        </p:txBody>
      </p:sp>
      <p:sp>
        <p:nvSpPr>
          <p:cNvPr name="TextBox 27" id="27"/>
          <p:cNvSpPr txBox="true"/>
          <p:nvPr/>
        </p:nvSpPr>
        <p:spPr>
          <a:xfrm rot="0">
            <a:off x="7532110" y="2172367"/>
            <a:ext cx="2070635" cy="546041"/>
          </a:xfrm>
          <a:prstGeom prst="rect">
            <a:avLst/>
          </a:prstGeom>
        </p:spPr>
        <p:txBody>
          <a:bodyPr anchor="t" rtlCol="false" tIns="0" lIns="0" bIns="0" rIns="0">
            <a:spAutoFit/>
          </a:bodyPr>
          <a:lstStyle/>
          <a:p>
            <a:pPr algn="l">
              <a:lnSpc>
                <a:spcPts val="1872"/>
              </a:lnSpc>
            </a:pPr>
            <a:r>
              <a:rPr lang="en-US" sz="1337">
                <a:solidFill>
                  <a:srgbClr val="272525"/>
                </a:solidFill>
                <a:latin typeface="Petrona Light"/>
                <a:ea typeface="Petrona Light"/>
                <a:cs typeface="Petrona Light"/>
                <a:sym typeface="Petrona Light"/>
              </a:rPr>
              <a:t>03</a:t>
            </a:r>
          </a:p>
          <a:p>
            <a:pPr algn="l">
              <a:lnSpc>
                <a:spcPts val="2456"/>
              </a:lnSpc>
            </a:pPr>
          </a:p>
        </p:txBody>
      </p:sp>
      <p:sp>
        <p:nvSpPr>
          <p:cNvPr name="TextBox 28" id="28"/>
          <p:cNvSpPr txBox="true"/>
          <p:nvPr/>
        </p:nvSpPr>
        <p:spPr>
          <a:xfrm rot="0">
            <a:off x="7534275" y="3286925"/>
            <a:ext cx="3174107"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langsung untuk pengambilan keputusan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63503" y="-63503"/>
            <a:ext cx="11556997" cy="6565897"/>
            <a:chOff x="0" y="0"/>
            <a:chExt cx="11557000" cy="6565900"/>
          </a:xfrm>
        </p:grpSpPr>
        <p:sp>
          <p:nvSpPr>
            <p:cNvPr name="Freeform 7" id="7"/>
            <p:cNvSpPr/>
            <p:nvPr/>
          </p:nvSpPr>
          <p:spPr>
            <a:xfrm flipH="false" flipV="false" rot="0">
              <a:off x="63500" y="6350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sp>
          <p:nvSpPr>
            <p:cNvPr name="Freeform 8" id="8"/>
            <p:cNvSpPr/>
            <p:nvPr/>
          </p:nvSpPr>
          <p:spPr>
            <a:xfrm flipH="false" flipV="false" rot="0">
              <a:off x="705323" y="3359750"/>
              <a:ext cx="181968" cy="80064"/>
            </a:xfrm>
            <a:custGeom>
              <a:avLst/>
              <a:gdLst/>
              <a:ahLst/>
              <a:cxnLst/>
              <a:rect r="r" b="b" t="t" l="l"/>
              <a:pathLst>
                <a:path h="80064" w="181968">
                  <a:moveTo>
                    <a:pt x="173517" y="78521"/>
                  </a:moveTo>
                  <a:cubicBezTo>
                    <a:pt x="163611" y="79664"/>
                    <a:pt x="152308" y="80172"/>
                    <a:pt x="138465" y="80045"/>
                  </a:cubicBezTo>
                  <a:cubicBezTo>
                    <a:pt x="138211" y="80045"/>
                    <a:pt x="138084" y="80045"/>
                    <a:pt x="137830" y="80045"/>
                  </a:cubicBezTo>
                  <a:cubicBezTo>
                    <a:pt x="126781" y="79283"/>
                    <a:pt x="115732" y="77759"/>
                    <a:pt x="103667" y="75219"/>
                  </a:cubicBezTo>
                  <a:cubicBezTo>
                    <a:pt x="103540" y="75219"/>
                    <a:pt x="103286" y="75092"/>
                    <a:pt x="103159" y="75092"/>
                  </a:cubicBezTo>
                  <a:cubicBezTo>
                    <a:pt x="92237" y="72171"/>
                    <a:pt x="80172" y="68234"/>
                    <a:pt x="69123" y="63789"/>
                  </a:cubicBezTo>
                  <a:cubicBezTo>
                    <a:pt x="68996" y="63662"/>
                    <a:pt x="68742" y="63662"/>
                    <a:pt x="68615" y="63535"/>
                  </a:cubicBezTo>
                  <a:cubicBezTo>
                    <a:pt x="57693" y="58455"/>
                    <a:pt x="48295" y="53248"/>
                    <a:pt x="38008" y="46644"/>
                  </a:cubicBezTo>
                  <a:cubicBezTo>
                    <a:pt x="37881" y="46517"/>
                    <a:pt x="37754" y="46390"/>
                    <a:pt x="37500" y="46390"/>
                  </a:cubicBezTo>
                  <a:cubicBezTo>
                    <a:pt x="28610" y="40040"/>
                    <a:pt x="18958" y="32166"/>
                    <a:pt x="10195" y="23911"/>
                  </a:cubicBezTo>
                  <a:cubicBezTo>
                    <a:pt x="10068" y="23784"/>
                    <a:pt x="9941" y="23657"/>
                    <a:pt x="9814" y="23530"/>
                  </a:cubicBezTo>
                  <a:lnTo>
                    <a:pt x="2575" y="15910"/>
                  </a:lnTo>
                  <a:cubicBezTo>
                    <a:pt x="-981" y="12100"/>
                    <a:pt x="-854" y="6131"/>
                    <a:pt x="2956" y="2575"/>
                  </a:cubicBezTo>
                  <a:cubicBezTo>
                    <a:pt x="6766" y="-981"/>
                    <a:pt x="12735" y="-854"/>
                    <a:pt x="16291" y="2956"/>
                  </a:cubicBezTo>
                  <a:lnTo>
                    <a:pt x="23530" y="10576"/>
                  </a:lnTo>
                  <a:lnTo>
                    <a:pt x="16672" y="17053"/>
                  </a:lnTo>
                  <a:lnTo>
                    <a:pt x="23149" y="10195"/>
                  </a:lnTo>
                  <a:cubicBezTo>
                    <a:pt x="31277" y="17815"/>
                    <a:pt x="40421" y="25181"/>
                    <a:pt x="48676" y="31150"/>
                  </a:cubicBezTo>
                  <a:lnTo>
                    <a:pt x="43215" y="38770"/>
                  </a:lnTo>
                  <a:lnTo>
                    <a:pt x="48295" y="30769"/>
                  </a:lnTo>
                  <a:cubicBezTo>
                    <a:pt x="57947" y="36865"/>
                    <a:pt x="66583" y="41691"/>
                    <a:pt x="76870" y="46517"/>
                  </a:cubicBezTo>
                  <a:lnTo>
                    <a:pt x="72806" y="55026"/>
                  </a:lnTo>
                  <a:lnTo>
                    <a:pt x="76235" y="46263"/>
                  </a:lnTo>
                  <a:cubicBezTo>
                    <a:pt x="86649" y="50454"/>
                    <a:pt x="97952" y="54137"/>
                    <a:pt x="108112" y="56804"/>
                  </a:cubicBezTo>
                  <a:lnTo>
                    <a:pt x="105699" y="65948"/>
                  </a:lnTo>
                  <a:lnTo>
                    <a:pt x="107604" y="56677"/>
                  </a:lnTo>
                  <a:cubicBezTo>
                    <a:pt x="118907" y="58963"/>
                    <a:pt x="129194" y="60487"/>
                    <a:pt x="139227" y="61122"/>
                  </a:cubicBezTo>
                  <a:lnTo>
                    <a:pt x="138592" y="70520"/>
                  </a:lnTo>
                  <a:lnTo>
                    <a:pt x="138592" y="61122"/>
                  </a:lnTo>
                  <a:cubicBezTo>
                    <a:pt x="151800" y="61249"/>
                    <a:pt x="162468" y="60614"/>
                    <a:pt x="171485" y="59598"/>
                  </a:cubicBezTo>
                  <a:cubicBezTo>
                    <a:pt x="176692" y="59090"/>
                    <a:pt x="181264" y="62773"/>
                    <a:pt x="181899" y="67980"/>
                  </a:cubicBezTo>
                  <a:cubicBezTo>
                    <a:pt x="182534" y="73187"/>
                    <a:pt x="178724" y="77759"/>
                    <a:pt x="173517" y="78394"/>
                  </a:cubicBezTo>
                  <a:close/>
                </a:path>
              </a:pathLst>
            </a:custGeom>
            <a:solidFill>
              <a:srgbClr val="007EBD"/>
            </a:solidFill>
          </p:spPr>
        </p:sp>
        <p:sp>
          <p:nvSpPr>
            <p:cNvPr name="Freeform 9" id="9"/>
            <p:cNvSpPr/>
            <p:nvPr/>
          </p:nvSpPr>
          <p:spPr>
            <a:xfrm flipH="false" flipV="false" rot="0">
              <a:off x="689805" y="3313681"/>
              <a:ext cx="173160" cy="45782"/>
            </a:xfrm>
            <a:custGeom>
              <a:avLst/>
              <a:gdLst/>
              <a:ahLst/>
              <a:cxnLst/>
              <a:rect r="r" b="b" t="t" l="l"/>
              <a:pathLst>
                <a:path h="45782" w="173160">
                  <a:moveTo>
                    <a:pt x="164016" y="19053"/>
                  </a:moveTo>
                  <a:cubicBezTo>
                    <a:pt x="142934" y="19307"/>
                    <a:pt x="124265" y="20450"/>
                    <a:pt x="105723" y="22228"/>
                  </a:cubicBezTo>
                  <a:lnTo>
                    <a:pt x="104834" y="12830"/>
                  </a:lnTo>
                  <a:lnTo>
                    <a:pt x="106231" y="22101"/>
                  </a:lnTo>
                  <a:cubicBezTo>
                    <a:pt x="85784" y="25149"/>
                    <a:pt x="65210" y="29340"/>
                    <a:pt x="46668" y="33912"/>
                  </a:cubicBezTo>
                  <a:lnTo>
                    <a:pt x="44382" y="24768"/>
                  </a:lnTo>
                  <a:lnTo>
                    <a:pt x="47049" y="33785"/>
                  </a:lnTo>
                  <a:cubicBezTo>
                    <a:pt x="37143" y="36833"/>
                    <a:pt x="25713" y="40643"/>
                    <a:pt x="12632" y="45215"/>
                  </a:cubicBezTo>
                  <a:cubicBezTo>
                    <a:pt x="7679" y="46993"/>
                    <a:pt x="2345" y="44453"/>
                    <a:pt x="567" y="39500"/>
                  </a:cubicBezTo>
                  <a:cubicBezTo>
                    <a:pt x="-1211" y="34547"/>
                    <a:pt x="1329" y="29213"/>
                    <a:pt x="6282" y="27435"/>
                  </a:cubicBezTo>
                  <a:cubicBezTo>
                    <a:pt x="19490" y="22736"/>
                    <a:pt x="31301" y="18799"/>
                    <a:pt x="41588" y="15624"/>
                  </a:cubicBezTo>
                  <a:cubicBezTo>
                    <a:pt x="41715" y="15624"/>
                    <a:pt x="41842" y="15497"/>
                    <a:pt x="41969" y="15497"/>
                  </a:cubicBezTo>
                  <a:cubicBezTo>
                    <a:pt x="61146" y="10671"/>
                    <a:pt x="82228" y="6353"/>
                    <a:pt x="103310" y="3305"/>
                  </a:cubicBezTo>
                  <a:cubicBezTo>
                    <a:pt x="103437" y="3305"/>
                    <a:pt x="103564" y="3305"/>
                    <a:pt x="103691" y="3305"/>
                  </a:cubicBezTo>
                  <a:cubicBezTo>
                    <a:pt x="122868" y="1400"/>
                    <a:pt x="142045" y="257"/>
                    <a:pt x="163635" y="3"/>
                  </a:cubicBezTo>
                  <a:cubicBezTo>
                    <a:pt x="168842" y="-124"/>
                    <a:pt x="173160" y="4067"/>
                    <a:pt x="173160" y="9274"/>
                  </a:cubicBezTo>
                  <a:cubicBezTo>
                    <a:pt x="173160" y="14481"/>
                    <a:pt x="169096" y="18799"/>
                    <a:pt x="163889" y="18799"/>
                  </a:cubicBezTo>
                  <a:close/>
                </a:path>
              </a:pathLst>
            </a:custGeom>
            <a:solidFill>
              <a:srgbClr val="007EBD"/>
            </a:solidFill>
          </p:spPr>
        </p:sp>
        <p:sp>
          <p:nvSpPr>
            <p:cNvPr name="Freeform 10" id="10"/>
            <p:cNvSpPr/>
            <p:nvPr/>
          </p:nvSpPr>
          <p:spPr>
            <a:xfrm flipH="false" flipV="false" rot="0">
              <a:off x="688981" y="3116090"/>
              <a:ext cx="326365" cy="45208"/>
            </a:xfrm>
            <a:custGeom>
              <a:avLst/>
              <a:gdLst/>
              <a:ahLst/>
              <a:cxnLst/>
              <a:rect r="r" b="b" t="t" l="l"/>
              <a:pathLst>
                <a:path h="45208" w="326365">
                  <a:moveTo>
                    <a:pt x="320034" y="18524"/>
                  </a:moveTo>
                  <a:cubicBezTo>
                    <a:pt x="301365" y="24747"/>
                    <a:pt x="282188" y="30208"/>
                    <a:pt x="263138" y="34907"/>
                  </a:cubicBezTo>
                  <a:cubicBezTo>
                    <a:pt x="263011" y="34907"/>
                    <a:pt x="262884" y="34907"/>
                    <a:pt x="262757" y="35034"/>
                  </a:cubicBezTo>
                  <a:cubicBezTo>
                    <a:pt x="245358" y="38463"/>
                    <a:pt x="226181" y="41511"/>
                    <a:pt x="207004" y="43543"/>
                  </a:cubicBezTo>
                  <a:cubicBezTo>
                    <a:pt x="206877" y="43543"/>
                    <a:pt x="206750" y="43543"/>
                    <a:pt x="206623" y="43543"/>
                  </a:cubicBezTo>
                  <a:cubicBezTo>
                    <a:pt x="191256" y="44559"/>
                    <a:pt x="171444" y="45321"/>
                    <a:pt x="156585" y="45194"/>
                  </a:cubicBezTo>
                  <a:cubicBezTo>
                    <a:pt x="156458" y="45194"/>
                    <a:pt x="156331" y="45194"/>
                    <a:pt x="156077" y="45194"/>
                  </a:cubicBezTo>
                  <a:cubicBezTo>
                    <a:pt x="124073" y="43543"/>
                    <a:pt x="105912" y="41765"/>
                    <a:pt x="86227" y="38971"/>
                  </a:cubicBezTo>
                  <a:cubicBezTo>
                    <a:pt x="86100" y="38971"/>
                    <a:pt x="85973" y="38971"/>
                    <a:pt x="85846" y="38971"/>
                  </a:cubicBezTo>
                  <a:cubicBezTo>
                    <a:pt x="66034" y="35288"/>
                    <a:pt x="45968" y="30589"/>
                    <a:pt x="26156" y="25001"/>
                  </a:cubicBezTo>
                  <a:cubicBezTo>
                    <a:pt x="26029" y="25001"/>
                    <a:pt x="25775" y="24874"/>
                    <a:pt x="25648" y="24874"/>
                  </a:cubicBezTo>
                  <a:lnTo>
                    <a:pt x="6344" y="18270"/>
                  </a:lnTo>
                  <a:cubicBezTo>
                    <a:pt x="1391" y="16619"/>
                    <a:pt x="-1149" y="11158"/>
                    <a:pt x="502" y="6332"/>
                  </a:cubicBezTo>
                  <a:cubicBezTo>
                    <a:pt x="2153" y="1506"/>
                    <a:pt x="7614" y="-1161"/>
                    <a:pt x="12440" y="490"/>
                  </a:cubicBezTo>
                  <a:lnTo>
                    <a:pt x="31744" y="7094"/>
                  </a:lnTo>
                  <a:lnTo>
                    <a:pt x="28696" y="15984"/>
                  </a:lnTo>
                  <a:lnTo>
                    <a:pt x="31236" y="6967"/>
                  </a:lnTo>
                  <a:cubicBezTo>
                    <a:pt x="50413" y="12428"/>
                    <a:pt x="69844" y="17000"/>
                    <a:pt x="89148" y="20556"/>
                  </a:cubicBezTo>
                  <a:lnTo>
                    <a:pt x="87497" y="29827"/>
                  </a:lnTo>
                  <a:lnTo>
                    <a:pt x="88894" y="20556"/>
                  </a:lnTo>
                  <a:cubicBezTo>
                    <a:pt x="107944" y="23350"/>
                    <a:pt x="125470" y="25128"/>
                    <a:pt x="156966" y="26652"/>
                  </a:cubicBezTo>
                  <a:lnTo>
                    <a:pt x="156458" y="36050"/>
                  </a:lnTo>
                  <a:lnTo>
                    <a:pt x="156458" y="26652"/>
                  </a:lnTo>
                  <a:cubicBezTo>
                    <a:pt x="170936" y="26652"/>
                    <a:pt x="190240" y="26017"/>
                    <a:pt x="205099" y="25001"/>
                  </a:cubicBezTo>
                  <a:lnTo>
                    <a:pt x="205734" y="34399"/>
                  </a:lnTo>
                  <a:lnTo>
                    <a:pt x="204718" y="25001"/>
                  </a:lnTo>
                  <a:cubicBezTo>
                    <a:pt x="223387" y="22969"/>
                    <a:pt x="242056" y="20048"/>
                    <a:pt x="258820" y="16746"/>
                  </a:cubicBezTo>
                  <a:lnTo>
                    <a:pt x="260725" y="26017"/>
                  </a:lnTo>
                  <a:lnTo>
                    <a:pt x="258439" y="16873"/>
                  </a:lnTo>
                  <a:cubicBezTo>
                    <a:pt x="277108" y="12301"/>
                    <a:pt x="295777" y="6967"/>
                    <a:pt x="313938" y="998"/>
                  </a:cubicBezTo>
                  <a:cubicBezTo>
                    <a:pt x="318891" y="-653"/>
                    <a:pt x="324225" y="2014"/>
                    <a:pt x="325876" y="6967"/>
                  </a:cubicBezTo>
                  <a:cubicBezTo>
                    <a:pt x="327527" y="11920"/>
                    <a:pt x="324860" y="17254"/>
                    <a:pt x="319907" y="18905"/>
                  </a:cubicBezTo>
                  <a:close/>
                </a:path>
              </a:pathLst>
            </a:custGeom>
            <a:solidFill>
              <a:srgbClr val="007EBD"/>
            </a:solidFill>
          </p:spPr>
        </p:sp>
        <p:sp>
          <p:nvSpPr>
            <p:cNvPr name="Freeform 11" id="11"/>
            <p:cNvSpPr/>
            <p:nvPr/>
          </p:nvSpPr>
          <p:spPr>
            <a:xfrm flipH="false" flipV="false" rot="0">
              <a:off x="654431" y="3079959"/>
              <a:ext cx="85516" cy="156662"/>
            </a:xfrm>
            <a:custGeom>
              <a:avLst/>
              <a:gdLst/>
              <a:ahLst/>
              <a:cxnLst/>
              <a:rect r="r" b="b" t="t" l="l"/>
              <a:pathLst>
                <a:path h="156662" w="85516">
                  <a:moveTo>
                    <a:pt x="0" y="146603"/>
                  </a:moveTo>
                  <a:cubicBezTo>
                    <a:pt x="762" y="136824"/>
                    <a:pt x="2159" y="126283"/>
                    <a:pt x="3810" y="116504"/>
                  </a:cubicBezTo>
                  <a:cubicBezTo>
                    <a:pt x="3810" y="116377"/>
                    <a:pt x="3810" y="116250"/>
                    <a:pt x="3937" y="115996"/>
                  </a:cubicBezTo>
                  <a:cubicBezTo>
                    <a:pt x="6350" y="105455"/>
                    <a:pt x="9271" y="95168"/>
                    <a:pt x="12192" y="86659"/>
                  </a:cubicBezTo>
                  <a:cubicBezTo>
                    <a:pt x="12192" y="86532"/>
                    <a:pt x="12319" y="86405"/>
                    <a:pt x="12319" y="86278"/>
                  </a:cubicBezTo>
                  <a:cubicBezTo>
                    <a:pt x="15621" y="77515"/>
                    <a:pt x="19939" y="67863"/>
                    <a:pt x="24003" y="59862"/>
                  </a:cubicBezTo>
                  <a:cubicBezTo>
                    <a:pt x="24130" y="59735"/>
                    <a:pt x="24130" y="59608"/>
                    <a:pt x="24257" y="59481"/>
                  </a:cubicBezTo>
                  <a:cubicBezTo>
                    <a:pt x="29718" y="49829"/>
                    <a:pt x="33274" y="44241"/>
                    <a:pt x="41402" y="32684"/>
                  </a:cubicBezTo>
                  <a:cubicBezTo>
                    <a:pt x="41529" y="32557"/>
                    <a:pt x="41656" y="32430"/>
                    <a:pt x="41783" y="32176"/>
                  </a:cubicBezTo>
                  <a:cubicBezTo>
                    <a:pt x="47879" y="24556"/>
                    <a:pt x="54991" y="16682"/>
                    <a:pt x="61849" y="9697"/>
                  </a:cubicBezTo>
                  <a:cubicBezTo>
                    <a:pt x="61976" y="9570"/>
                    <a:pt x="62103" y="9443"/>
                    <a:pt x="62230" y="9316"/>
                  </a:cubicBezTo>
                  <a:lnTo>
                    <a:pt x="69723" y="2458"/>
                  </a:lnTo>
                  <a:cubicBezTo>
                    <a:pt x="73533" y="-1098"/>
                    <a:pt x="79502" y="-717"/>
                    <a:pt x="83058" y="3093"/>
                  </a:cubicBezTo>
                  <a:cubicBezTo>
                    <a:pt x="86614" y="6903"/>
                    <a:pt x="86233" y="12872"/>
                    <a:pt x="82423" y="16428"/>
                  </a:cubicBezTo>
                  <a:lnTo>
                    <a:pt x="74930" y="23286"/>
                  </a:lnTo>
                  <a:lnTo>
                    <a:pt x="68580" y="16301"/>
                  </a:lnTo>
                  <a:lnTo>
                    <a:pt x="75311" y="22905"/>
                  </a:lnTo>
                  <a:cubicBezTo>
                    <a:pt x="68834" y="29382"/>
                    <a:pt x="62357" y="36748"/>
                    <a:pt x="56642" y="43860"/>
                  </a:cubicBezTo>
                  <a:lnTo>
                    <a:pt x="49276" y="38018"/>
                  </a:lnTo>
                  <a:lnTo>
                    <a:pt x="57023" y="43479"/>
                  </a:lnTo>
                  <a:cubicBezTo>
                    <a:pt x="49276" y="54528"/>
                    <a:pt x="45974" y="59608"/>
                    <a:pt x="40894" y="68752"/>
                  </a:cubicBezTo>
                  <a:lnTo>
                    <a:pt x="32766" y="64053"/>
                  </a:lnTo>
                  <a:lnTo>
                    <a:pt x="41148" y="68371"/>
                  </a:lnTo>
                  <a:cubicBezTo>
                    <a:pt x="37338" y="75737"/>
                    <a:pt x="33401" y="84881"/>
                    <a:pt x="30226" y="93009"/>
                  </a:cubicBezTo>
                  <a:lnTo>
                    <a:pt x="21463" y="89580"/>
                  </a:lnTo>
                  <a:lnTo>
                    <a:pt x="30353" y="92628"/>
                  </a:lnTo>
                  <a:cubicBezTo>
                    <a:pt x="27686" y="100502"/>
                    <a:pt x="24892" y="110154"/>
                    <a:pt x="22606" y="120187"/>
                  </a:cubicBezTo>
                  <a:lnTo>
                    <a:pt x="13462" y="118028"/>
                  </a:lnTo>
                  <a:lnTo>
                    <a:pt x="22733" y="119679"/>
                  </a:lnTo>
                  <a:cubicBezTo>
                    <a:pt x="21082" y="128823"/>
                    <a:pt x="19812" y="138856"/>
                    <a:pt x="19050" y="148000"/>
                  </a:cubicBezTo>
                  <a:cubicBezTo>
                    <a:pt x="18669" y="153207"/>
                    <a:pt x="14097" y="157017"/>
                    <a:pt x="8890" y="156636"/>
                  </a:cubicBezTo>
                  <a:cubicBezTo>
                    <a:pt x="3683" y="156255"/>
                    <a:pt x="-127" y="151683"/>
                    <a:pt x="254" y="146476"/>
                  </a:cubicBezTo>
                  <a:close/>
                </a:path>
              </a:pathLst>
            </a:custGeom>
            <a:solidFill>
              <a:srgbClr val="007EBD"/>
            </a:solidFill>
          </p:spPr>
        </p:sp>
        <p:sp>
          <p:nvSpPr>
            <p:cNvPr name="Freeform 12" id="12"/>
            <p:cNvSpPr/>
            <p:nvPr/>
          </p:nvSpPr>
          <p:spPr>
            <a:xfrm flipH="false" flipV="false" rot="0">
              <a:off x="806979" y="3035427"/>
              <a:ext cx="242940" cy="245340"/>
            </a:xfrm>
            <a:custGeom>
              <a:avLst/>
              <a:gdLst/>
              <a:ahLst/>
              <a:cxnLst/>
              <a:rect r="r" b="b" t="t" l="l"/>
              <a:pathLst>
                <a:path h="245340" w="242940">
                  <a:moveTo>
                    <a:pt x="7853" y="3302"/>
                  </a:moveTo>
                  <a:cubicBezTo>
                    <a:pt x="18394" y="1524"/>
                    <a:pt x="28427" y="508"/>
                    <a:pt x="41000" y="0"/>
                  </a:cubicBezTo>
                  <a:cubicBezTo>
                    <a:pt x="41127" y="0"/>
                    <a:pt x="41381" y="0"/>
                    <a:pt x="41508" y="0"/>
                  </a:cubicBezTo>
                  <a:cubicBezTo>
                    <a:pt x="56113" y="254"/>
                    <a:pt x="67924" y="1270"/>
                    <a:pt x="77830" y="2667"/>
                  </a:cubicBezTo>
                  <a:cubicBezTo>
                    <a:pt x="77957" y="2667"/>
                    <a:pt x="78211" y="2667"/>
                    <a:pt x="78338" y="2794"/>
                  </a:cubicBezTo>
                  <a:cubicBezTo>
                    <a:pt x="91038" y="5461"/>
                    <a:pt x="103103" y="8636"/>
                    <a:pt x="114914" y="12573"/>
                  </a:cubicBezTo>
                  <a:cubicBezTo>
                    <a:pt x="115168" y="12700"/>
                    <a:pt x="115295" y="12700"/>
                    <a:pt x="115549" y="12827"/>
                  </a:cubicBezTo>
                  <a:cubicBezTo>
                    <a:pt x="125709" y="17018"/>
                    <a:pt x="136250" y="22225"/>
                    <a:pt x="146156" y="27813"/>
                  </a:cubicBezTo>
                  <a:cubicBezTo>
                    <a:pt x="146283" y="27940"/>
                    <a:pt x="146537" y="28067"/>
                    <a:pt x="146664" y="28067"/>
                  </a:cubicBezTo>
                  <a:cubicBezTo>
                    <a:pt x="156697" y="34544"/>
                    <a:pt x="165714" y="41148"/>
                    <a:pt x="175112" y="49022"/>
                  </a:cubicBezTo>
                  <a:cubicBezTo>
                    <a:pt x="175239" y="49149"/>
                    <a:pt x="175366" y="49276"/>
                    <a:pt x="175493" y="49403"/>
                  </a:cubicBezTo>
                  <a:cubicBezTo>
                    <a:pt x="183748" y="57023"/>
                    <a:pt x="191114" y="65151"/>
                    <a:pt x="200004" y="75692"/>
                  </a:cubicBezTo>
                  <a:cubicBezTo>
                    <a:pt x="200131" y="75946"/>
                    <a:pt x="200258" y="76073"/>
                    <a:pt x="200512" y="76327"/>
                  </a:cubicBezTo>
                  <a:cubicBezTo>
                    <a:pt x="209402" y="88900"/>
                    <a:pt x="213212" y="94869"/>
                    <a:pt x="219435" y="106045"/>
                  </a:cubicBezTo>
                  <a:cubicBezTo>
                    <a:pt x="219562" y="106172"/>
                    <a:pt x="219562" y="106426"/>
                    <a:pt x="219689" y="106553"/>
                  </a:cubicBezTo>
                  <a:cubicBezTo>
                    <a:pt x="224642" y="116840"/>
                    <a:pt x="229595" y="128778"/>
                    <a:pt x="233532" y="140335"/>
                  </a:cubicBezTo>
                  <a:cubicBezTo>
                    <a:pt x="233532" y="140462"/>
                    <a:pt x="233659" y="140716"/>
                    <a:pt x="233659" y="140843"/>
                  </a:cubicBezTo>
                  <a:cubicBezTo>
                    <a:pt x="236961" y="152273"/>
                    <a:pt x="239501" y="163957"/>
                    <a:pt x="241152" y="174625"/>
                  </a:cubicBezTo>
                  <a:cubicBezTo>
                    <a:pt x="241152" y="174752"/>
                    <a:pt x="241152" y="175006"/>
                    <a:pt x="241279" y="175133"/>
                  </a:cubicBezTo>
                  <a:cubicBezTo>
                    <a:pt x="242803" y="188849"/>
                    <a:pt x="243184" y="198501"/>
                    <a:pt x="242803" y="215265"/>
                  </a:cubicBezTo>
                  <a:cubicBezTo>
                    <a:pt x="242803" y="215519"/>
                    <a:pt x="242803" y="215646"/>
                    <a:pt x="242803" y="215900"/>
                  </a:cubicBezTo>
                  <a:cubicBezTo>
                    <a:pt x="242168" y="223012"/>
                    <a:pt x="241406" y="230124"/>
                    <a:pt x="240390" y="237236"/>
                  </a:cubicBezTo>
                  <a:cubicBezTo>
                    <a:pt x="239628" y="242443"/>
                    <a:pt x="234929" y="245999"/>
                    <a:pt x="229722" y="245237"/>
                  </a:cubicBezTo>
                  <a:cubicBezTo>
                    <a:pt x="224515" y="244475"/>
                    <a:pt x="220959" y="239776"/>
                    <a:pt x="221721" y="234569"/>
                  </a:cubicBezTo>
                  <a:cubicBezTo>
                    <a:pt x="222737" y="227838"/>
                    <a:pt x="223499" y="220980"/>
                    <a:pt x="224007" y="214376"/>
                  </a:cubicBezTo>
                  <a:lnTo>
                    <a:pt x="233405" y="215138"/>
                  </a:lnTo>
                  <a:lnTo>
                    <a:pt x="224007" y="215011"/>
                  </a:lnTo>
                  <a:cubicBezTo>
                    <a:pt x="224388" y="198882"/>
                    <a:pt x="223880" y="190119"/>
                    <a:pt x="222610" y="177292"/>
                  </a:cubicBezTo>
                  <a:lnTo>
                    <a:pt x="232008" y="176276"/>
                  </a:lnTo>
                  <a:lnTo>
                    <a:pt x="222737" y="177800"/>
                  </a:lnTo>
                  <a:cubicBezTo>
                    <a:pt x="221213" y="167894"/>
                    <a:pt x="218800" y="157099"/>
                    <a:pt x="215752" y="146177"/>
                  </a:cubicBezTo>
                  <a:lnTo>
                    <a:pt x="224769" y="143637"/>
                  </a:lnTo>
                  <a:lnTo>
                    <a:pt x="215879" y="146685"/>
                  </a:lnTo>
                  <a:cubicBezTo>
                    <a:pt x="212069" y="135763"/>
                    <a:pt x="207497" y="124587"/>
                    <a:pt x="202798" y="114935"/>
                  </a:cubicBezTo>
                  <a:lnTo>
                    <a:pt x="211307" y="110871"/>
                  </a:lnTo>
                  <a:lnTo>
                    <a:pt x="203052" y="115443"/>
                  </a:lnTo>
                  <a:cubicBezTo>
                    <a:pt x="197210" y="104902"/>
                    <a:pt x="193781" y="99441"/>
                    <a:pt x="185272" y="87503"/>
                  </a:cubicBezTo>
                  <a:lnTo>
                    <a:pt x="192892" y="82042"/>
                  </a:lnTo>
                  <a:lnTo>
                    <a:pt x="185653" y="88138"/>
                  </a:lnTo>
                  <a:cubicBezTo>
                    <a:pt x="177017" y="77851"/>
                    <a:pt x="170159" y="70358"/>
                    <a:pt x="162666" y="63500"/>
                  </a:cubicBezTo>
                  <a:lnTo>
                    <a:pt x="169143" y="56642"/>
                  </a:lnTo>
                  <a:lnTo>
                    <a:pt x="163174" y="63881"/>
                  </a:lnTo>
                  <a:cubicBezTo>
                    <a:pt x="154284" y="56515"/>
                    <a:pt x="145902" y="50292"/>
                    <a:pt x="136504" y="44323"/>
                  </a:cubicBezTo>
                  <a:lnTo>
                    <a:pt x="141584" y="36449"/>
                  </a:lnTo>
                  <a:lnTo>
                    <a:pt x="137012" y="44704"/>
                  </a:lnTo>
                  <a:cubicBezTo>
                    <a:pt x="127741" y="39497"/>
                    <a:pt x="117835" y="34671"/>
                    <a:pt x="108437" y="30734"/>
                  </a:cubicBezTo>
                  <a:lnTo>
                    <a:pt x="111993" y="21971"/>
                  </a:lnTo>
                  <a:lnTo>
                    <a:pt x="108945" y="30861"/>
                  </a:lnTo>
                  <a:cubicBezTo>
                    <a:pt x="98023" y="27178"/>
                    <a:pt x="86593" y="24130"/>
                    <a:pt x="74655" y="21717"/>
                  </a:cubicBezTo>
                  <a:lnTo>
                    <a:pt x="76560" y="12446"/>
                  </a:lnTo>
                  <a:lnTo>
                    <a:pt x="75163" y="21717"/>
                  </a:lnTo>
                  <a:cubicBezTo>
                    <a:pt x="66146" y="20447"/>
                    <a:pt x="55224" y="19431"/>
                    <a:pt x="41254" y="19177"/>
                  </a:cubicBezTo>
                  <a:lnTo>
                    <a:pt x="41381" y="9779"/>
                  </a:lnTo>
                  <a:lnTo>
                    <a:pt x="41762" y="19177"/>
                  </a:lnTo>
                  <a:cubicBezTo>
                    <a:pt x="29951" y="19685"/>
                    <a:pt x="20553" y="20574"/>
                    <a:pt x="10901" y="22225"/>
                  </a:cubicBezTo>
                  <a:cubicBezTo>
                    <a:pt x="5821" y="23114"/>
                    <a:pt x="868" y="19558"/>
                    <a:pt x="106" y="14478"/>
                  </a:cubicBezTo>
                  <a:cubicBezTo>
                    <a:pt x="-656" y="9398"/>
                    <a:pt x="2773" y="4445"/>
                    <a:pt x="7853" y="3683"/>
                  </a:cubicBezTo>
                  <a:close/>
                </a:path>
              </a:pathLst>
            </a:custGeom>
            <a:solidFill>
              <a:srgbClr val="007EBD"/>
            </a:solidFill>
          </p:spPr>
        </p:sp>
        <p:sp>
          <p:nvSpPr>
            <p:cNvPr name="Freeform 13" id="13"/>
            <p:cNvSpPr/>
            <p:nvPr/>
          </p:nvSpPr>
          <p:spPr>
            <a:xfrm flipH="false" flipV="false" rot="0">
              <a:off x="842772" y="3332607"/>
              <a:ext cx="18923" cy="107442"/>
            </a:xfrm>
            <a:custGeom>
              <a:avLst/>
              <a:gdLst/>
              <a:ahLst/>
              <a:cxnLst/>
              <a:rect r="r" b="b" t="t" l="l"/>
              <a:pathLst>
                <a:path h="107442" w="18923">
                  <a:moveTo>
                    <a:pt x="18796" y="9398"/>
                  </a:moveTo>
                  <a:lnTo>
                    <a:pt x="18923" y="98044"/>
                  </a:lnTo>
                  <a:cubicBezTo>
                    <a:pt x="18923" y="103251"/>
                    <a:pt x="14732" y="107442"/>
                    <a:pt x="9525" y="107442"/>
                  </a:cubicBezTo>
                  <a:cubicBezTo>
                    <a:pt x="4318" y="107442"/>
                    <a:pt x="127" y="103251"/>
                    <a:pt x="127" y="98044"/>
                  </a:cubicBezTo>
                  <a:lnTo>
                    <a:pt x="0" y="9398"/>
                  </a:lnTo>
                  <a:cubicBezTo>
                    <a:pt x="0" y="4191"/>
                    <a:pt x="4191" y="0"/>
                    <a:pt x="9398" y="0"/>
                  </a:cubicBezTo>
                  <a:cubicBezTo>
                    <a:pt x="14605" y="0"/>
                    <a:pt x="18796" y="4191"/>
                    <a:pt x="18796" y="9398"/>
                  </a:cubicBezTo>
                  <a:close/>
                </a:path>
              </a:pathLst>
            </a:custGeom>
            <a:solidFill>
              <a:srgbClr val="007EBD"/>
            </a:solidFill>
          </p:spPr>
        </p:sp>
        <p:sp>
          <p:nvSpPr>
            <p:cNvPr name="Freeform 14" id="14"/>
            <p:cNvSpPr/>
            <p:nvPr/>
          </p:nvSpPr>
          <p:spPr>
            <a:xfrm flipH="false" flipV="false" rot="0">
              <a:off x="654304" y="3228467"/>
              <a:ext cx="395986" cy="18796"/>
            </a:xfrm>
            <a:custGeom>
              <a:avLst/>
              <a:gdLst/>
              <a:ahLst/>
              <a:cxnLst/>
              <a:rect r="r" b="b" t="t" l="l"/>
              <a:pathLst>
                <a:path h="18796" w="395986">
                  <a:moveTo>
                    <a:pt x="386588" y="18796"/>
                  </a:moveTo>
                  <a:lnTo>
                    <a:pt x="9398" y="18796"/>
                  </a:lnTo>
                  <a:cubicBezTo>
                    <a:pt x="4191" y="18796"/>
                    <a:pt x="0" y="14605"/>
                    <a:pt x="0" y="9398"/>
                  </a:cubicBezTo>
                  <a:cubicBezTo>
                    <a:pt x="0" y="4191"/>
                    <a:pt x="4191" y="0"/>
                    <a:pt x="9398" y="0"/>
                  </a:cubicBezTo>
                  <a:lnTo>
                    <a:pt x="386588" y="0"/>
                  </a:lnTo>
                  <a:cubicBezTo>
                    <a:pt x="391795" y="0"/>
                    <a:pt x="395986" y="4191"/>
                    <a:pt x="395986" y="9398"/>
                  </a:cubicBezTo>
                  <a:cubicBezTo>
                    <a:pt x="395986" y="14605"/>
                    <a:pt x="391795" y="18796"/>
                    <a:pt x="386588" y="18796"/>
                  </a:cubicBezTo>
                  <a:close/>
                </a:path>
              </a:pathLst>
            </a:custGeom>
            <a:solidFill>
              <a:srgbClr val="007EBD"/>
            </a:solidFill>
          </p:spPr>
        </p:sp>
        <p:sp>
          <p:nvSpPr>
            <p:cNvPr name="Freeform 15" id="15"/>
            <p:cNvSpPr/>
            <p:nvPr/>
          </p:nvSpPr>
          <p:spPr>
            <a:xfrm flipH="false" flipV="false" rot="0">
              <a:off x="842899" y="3035554"/>
              <a:ext cx="18923" cy="301117"/>
            </a:xfrm>
            <a:custGeom>
              <a:avLst/>
              <a:gdLst/>
              <a:ahLst/>
              <a:cxnLst/>
              <a:rect r="r" b="b" t="t" l="l"/>
              <a:pathLst>
                <a:path h="301117" w="18923">
                  <a:moveTo>
                    <a:pt x="18923" y="9398"/>
                  </a:moveTo>
                  <a:lnTo>
                    <a:pt x="18796" y="291719"/>
                  </a:lnTo>
                  <a:cubicBezTo>
                    <a:pt x="18796" y="296926"/>
                    <a:pt x="14605" y="301117"/>
                    <a:pt x="9398" y="301117"/>
                  </a:cubicBezTo>
                  <a:cubicBezTo>
                    <a:pt x="4191" y="301117"/>
                    <a:pt x="0" y="296926"/>
                    <a:pt x="0" y="291719"/>
                  </a:cubicBezTo>
                  <a:lnTo>
                    <a:pt x="127" y="9398"/>
                  </a:lnTo>
                  <a:cubicBezTo>
                    <a:pt x="127" y="4191"/>
                    <a:pt x="4318" y="0"/>
                    <a:pt x="9525" y="0"/>
                  </a:cubicBezTo>
                  <a:cubicBezTo>
                    <a:pt x="14732" y="0"/>
                    <a:pt x="18923" y="4191"/>
                    <a:pt x="18923" y="9398"/>
                  </a:cubicBezTo>
                  <a:close/>
                </a:path>
              </a:pathLst>
            </a:custGeom>
            <a:solidFill>
              <a:srgbClr val="007EBD"/>
            </a:solidFill>
          </p:spPr>
        </p:sp>
        <p:sp>
          <p:nvSpPr>
            <p:cNvPr name="Freeform 16" id="16"/>
            <p:cNvSpPr/>
            <p:nvPr/>
          </p:nvSpPr>
          <p:spPr>
            <a:xfrm flipH="false" flipV="false" rot="0">
              <a:off x="868408" y="3279657"/>
              <a:ext cx="133379" cy="64524"/>
            </a:xfrm>
            <a:custGeom>
              <a:avLst/>
              <a:gdLst/>
              <a:ahLst/>
              <a:cxnLst/>
              <a:rect r="r" b="b" t="t" l="l"/>
              <a:pathLst>
                <a:path h="64524" w="133379">
                  <a:moveTo>
                    <a:pt x="2685" y="48505"/>
                  </a:moveTo>
                  <a:cubicBezTo>
                    <a:pt x="18433" y="31995"/>
                    <a:pt x="37102" y="19422"/>
                    <a:pt x="58311" y="11040"/>
                  </a:cubicBezTo>
                  <a:cubicBezTo>
                    <a:pt x="79520" y="2658"/>
                    <a:pt x="101618" y="-1025"/>
                    <a:pt x="124478" y="245"/>
                  </a:cubicBezTo>
                  <a:cubicBezTo>
                    <a:pt x="129685" y="499"/>
                    <a:pt x="133622" y="4944"/>
                    <a:pt x="133368" y="10151"/>
                  </a:cubicBezTo>
                  <a:cubicBezTo>
                    <a:pt x="133114" y="15358"/>
                    <a:pt x="128669" y="19295"/>
                    <a:pt x="123462" y="19041"/>
                  </a:cubicBezTo>
                  <a:cubicBezTo>
                    <a:pt x="103396" y="17898"/>
                    <a:pt x="83965" y="21073"/>
                    <a:pt x="65169" y="28566"/>
                  </a:cubicBezTo>
                  <a:lnTo>
                    <a:pt x="61740" y="19803"/>
                  </a:lnTo>
                  <a:lnTo>
                    <a:pt x="65169" y="28566"/>
                  </a:lnTo>
                  <a:cubicBezTo>
                    <a:pt x="46500" y="35932"/>
                    <a:pt x="30117" y="46981"/>
                    <a:pt x="16274" y="61586"/>
                  </a:cubicBezTo>
                  <a:cubicBezTo>
                    <a:pt x="12718" y="65396"/>
                    <a:pt x="6749" y="65523"/>
                    <a:pt x="2939" y="61840"/>
                  </a:cubicBezTo>
                  <a:cubicBezTo>
                    <a:pt x="-871" y="58157"/>
                    <a:pt x="-998" y="52315"/>
                    <a:pt x="2685" y="48505"/>
                  </a:cubicBezTo>
                  <a:close/>
                </a:path>
              </a:pathLst>
            </a:custGeom>
            <a:solidFill>
              <a:srgbClr val="007EBD"/>
            </a:solidFill>
          </p:spPr>
        </p:sp>
        <p:sp>
          <p:nvSpPr>
            <p:cNvPr name="Freeform 17" id="17"/>
            <p:cNvSpPr/>
            <p:nvPr/>
          </p:nvSpPr>
          <p:spPr>
            <a:xfrm flipH="false" flipV="false" rot="0">
              <a:off x="900588" y="3326892"/>
              <a:ext cx="168802" cy="50899"/>
            </a:xfrm>
            <a:custGeom>
              <a:avLst/>
              <a:gdLst/>
              <a:ahLst/>
              <a:cxnLst/>
              <a:rect r="r" b="b" t="t" l="l"/>
              <a:pathLst>
                <a:path h="50899" w="168802">
                  <a:moveTo>
                    <a:pt x="2382" y="34671"/>
                  </a:moveTo>
                  <a:cubicBezTo>
                    <a:pt x="7716" y="29210"/>
                    <a:pt x="13558" y="24257"/>
                    <a:pt x="19781" y="19939"/>
                  </a:cubicBezTo>
                  <a:lnTo>
                    <a:pt x="25115" y="27686"/>
                  </a:lnTo>
                  <a:lnTo>
                    <a:pt x="19781" y="19939"/>
                  </a:lnTo>
                  <a:cubicBezTo>
                    <a:pt x="26131" y="15621"/>
                    <a:pt x="32735" y="11938"/>
                    <a:pt x="39847" y="9017"/>
                  </a:cubicBezTo>
                  <a:lnTo>
                    <a:pt x="43530" y="17653"/>
                  </a:lnTo>
                  <a:lnTo>
                    <a:pt x="39847" y="9017"/>
                  </a:lnTo>
                  <a:cubicBezTo>
                    <a:pt x="46832" y="5969"/>
                    <a:pt x="54198" y="3810"/>
                    <a:pt x="61691" y="2286"/>
                  </a:cubicBezTo>
                  <a:lnTo>
                    <a:pt x="63596" y="11557"/>
                  </a:lnTo>
                  <a:lnTo>
                    <a:pt x="61691" y="2286"/>
                  </a:lnTo>
                  <a:cubicBezTo>
                    <a:pt x="69184" y="762"/>
                    <a:pt x="76804" y="0"/>
                    <a:pt x="84424" y="0"/>
                  </a:cubicBezTo>
                  <a:cubicBezTo>
                    <a:pt x="92044" y="0"/>
                    <a:pt x="99664" y="762"/>
                    <a:pt x="107157" y="2286"/>
                  </a:cubicBezTo>
                  <a:cubicBezTo>
                    <a:pt x="114650" y="3810"/>
                    <a:pt x="121889" y="6096"/>
                    <a:pt x="128874" y="9144"/>
                  </a:cubicBezTo>
                  <a:cubicBezTo>
                    <a:pt x="135859" y="12192"/>
                    <a:pt x="142590" y="15748"/>
                    <a:pt x="148813" y="20193"/>
                  </a:cubicBezTo>
                  <a:lnTo>
                    <a:pt x="143479" y="27940"/>
                  </a:lnTo>
                  <a:lnTo>
                    <a:pt x="148813" y="20193"/>
                  </a:lnTo>
                  <a:cubicBezTo>
                    <a:pt x="155163" y="24511"/>
                    <a:pt x="160878" y="29464"/>
                    <a:pt x="166212" y="34925"/>
                  </a:cubicBezTo>
                  <a:cubicBezTo>
                    <a:pt x="169768" y="38735"/>
                    <a:pt x="169641" y="44577"/>
                    <a:pt x="165958" y="48260"/>
                  </a:cubicBezTo>
                  <a:cubicBezTo>
                    <a:pt x="162275" y="51943"/>
                    <a:pt x="156306" y="51689"/>
                    <a:pt x="152623" y="48006"/>
                  </a:cubicBezTo>
                  <a:cubicBezTo>
                    <a:pt x="148178" y="43434"/>
                    <a:pt x="143352" y="39243"/>
                    <a:pt x="138145" y="35687"/>
                  </a:cubicBezTo>
                  <a:cubicBezTo>
                    <a:pt x="132938" y="32004"/>
                    <a:pt x="127350" y="28956"/>
                    <a:pt x="121508" y="26543"/>
                  </a:cubicBezTo>
                  <a:lnTo>
                    <a:pt x="125191" y="17907"/>
                  </a:lnTo>
                  <a:lnTo>
                    <a:pt x="121508" y="26543"/>
                  </a:lnTo>
                  <a:cubicBezTo>
                    <a:pt x="115666" y="24003"/>
                    <a:pt x="109570" y="22098"/>
                    <a:pt x="103347" y="20828"/>
                  </a:cubicBezTo>
                  <a:lnTo>
                    <a:pt x="105252" y="11557"/>
                  </a:lnTo>
                  <a:lnTo>
                    <a:pt x="103347" y="20828"/>
                  </a:lnTo>
                  <a:cubicBezTo>
                    <a:pt x="97124" y="19558"/>
                    <a:pt x="90774" y="18923"/>
                    <a:pt x="84424" y="18923"/>
                  </a:cubicBezTo>
                  <a:lnTo>
                    <a:pt x="84424" y="9525"/>
                  </a:lnTo>
                  <a:lnTo>
                    <a:pt x="84424" y="18923"/>
                  </a:lnTo>
                  <a:cubicBezTo>
                    <a:pt x="78074" y="18923"/>
                    <a:pt x="71724" y="19558"/>
                    <a:pt x="65501" y="20828"/>
                  </a:cubicBezTo>
                  <a:cubicBezTo>
                    <a:pt x="59278" y="22098"/>
                    <a:pt x="53182" y="24003"/>
                    <a:pt x="47340" y="26416"/>
                  </a:cubicBezTo>
                  <a:cubicBezTo>
                    <a:pt x="41498" y="28829"/>
                    <a:pt x="35910" y="31877"/>
                    <a:pt x="30703" y="35560"/>
                  </a:cubicBezTo>
                  <a:cubicBezTo>
                    <a:pt x="25496" y="39116"/>
                    <a:pt x="20543" y="43307"/>
                    <a:pt x="16225" y="47879"/>
                  </a:cubicBezTo>
                  <a:cubicBezTo>
                    <a:pt x="12669" y="51562"/>
                    <a:pt x="6700" y="51689"/>
                    <a:pt x="2890" y="48133"/>
                  </a:cubicBezTo>
                  <a:cubicBezTo>
                    <a:pt x="-920" y="44577"/>
                    <a:pt x="-920" y="38608"/>
                    <a:pt x="2636" y="34798"/>
                  </a:cubicBezTo>
                  <a:close/>
                </a:path>
              </a:pathLst>
            </a:custGeom>
            <a:solidFill>
              <a:srgbClr val="007EBD"/>
            </a:solidFill>
          </p:spPr>
        </p:sp>
        <p:sp>
          <p:nvSpPr>
            <p:cNvPr name="Freeform 18" id="18"/>
            <p:cNvSpPr/>
            <p:nvPr/>
          </p:nvSpPr>
          <p:spPr>
            <a:xfrm flipH="false" flipV="false" rot="0">
              <a:off x="949579" y="3413252"/>
              <a:ext cx="69850" cy="69469"/>
            </a:xfrm>
            <a:custGeom>
              <a:avLst/>
              <a:gdLst/>
              <a:ahLst/>
              <a:cxnLst/>
              <a:rect r="r" b="b" t="t" l="l"/>
              <a:pathLst>
                <a:path h="69469" w="69850">
                  <a:moveTo>
                    <a:pt x="69850" y="34671"/>
                  </a:moveTo>
                  <a:cubicBezTo>
                    <a:pt x="69850" y="39243"/>
                    <a:pt x="68961" y="43815"/>
                    <a:pt x="67183" y="48006"/>
                  </a:cubicBezTo>
                  <a:lnTo>
                    <a:pt x="58420" y="44450"/>
                  </a:lnTo>
                  <a:lnTo>
                    <a:pt x="67183" y="48006"/>
                  </a:lnTo>
                  <a:cubicBezTo>
                    <a:pt x="65405" y="52324"/>
                    <a:pt x="62865" y="56134"/>
                    <a:pt x="59563" y="59309"/>
                  </a:cubicBezTo>
                  <a:cubicBezTo>
                    <a:pt x="56261" y="62611"/>
                    <a:pt x="52451" y="65151"/>
                    <a:pt x="48260" y="66929"/>
                  </a:cubicBezTo>
                  <a:lnTo>
                    <a:pt x="44704" y="58166"/>
                  </a:lnTo>
                  <a:lnTo>
                    <a:pt x="48387" y="66802"/>
                  </a:lnTo>
                  <a:cubicBezTo>
                    <a:pt x="44069" y="68580"/>
                    <a:pt x="39624" y="69469"/>
                    <a:pt x="34925" y="69469"/>
                  </a:cubicBezTo>
                  <a:lnTo>
                    <a:pt x="34925" y="60071"/>
                  </a:lnTo>
                  <a:lnTo>
                    <a:pt x="34925" y="69469"/>
                  </a:lnTo>
                  <a:cubicBezTo>
                    <a:pt x="30353" y="69469"/>
                    <a:pt x="25781" y="68580"/>
                    <a:pt x="21463" y="66802"/>
                  </a:cubicBezTo>
                  <a:lnTo>
                    <a:pt x="25146" y="58166"/>
                  </a:lnTo>
                  <a:lnTo>
                    <a:pt x="21590" y="66929"/>
                  </a:lnTo>
                  <a:cubicBezTo>
                    <a:pt x="17272" y="65151"/>
                    <a:pt x="13462" y="62611"/>
                    <a:pt x="10287" y="59436"/>
                  </a:cubicBezTo>
                  <a:cubicBezTo>
                    <a:pt x="6985" y="56134"/>
                    <a:pt x="4445" y="52324"/>
                    <a:pt x="2667" y="48133"/>
                  </a:cubicBezTo>
                  <a:lnTo>
                    <a:pt x="11430" y="44577"/>
                  </a:lnTo>
                  <a:lnTo>
                    <a:pt x="2667" y="48133"/>
                  </a:lnTo>
                  <a:cubicBezTo>
                    <a:pt x="889" y="43815"/>
                    <a:pt x="0" y="39370"/>
                    <a:pt x="0" y="34798"/>
                  </a:cubicBezTo>
                  <a:lnTo>
                    <a:pt x="9398" y="34798"/>
                  </a:lnTo>
                  <a:lnTo>
                    <a:pt x="0" y="34798"/>
                  </a:lnTo>
                  <a:cubicBezTo>
                    <a:pt x="0" y="30226"/>
                    <a:pt x="889" y="25654"/>
                    <a:pt x="2667" y="21463"/>
                  </a:cubicBezTo>
                  <a:cubicBezTo>
                    <a:pt x="4445" y="17145"/>
                    <a:pt x="6985" y="13335"/>
                    <a:pt x="10287" y="10160"/>
                  </a:cubicBezTo>
                  <a:lnTo>
                    <a:pt x="16891" y="16891"/>
                  </a:lnTo>
                  <a:lnTo>
                    <a:pt x="10287" y="10287"/>
                  </a:lnTo>
                  <a:cubicBezTo>
                    <a:pt x="13589" y="6985"/>
                    <a:pt x="17399" y="4445"/>
                    <a:pt x="21590" y="2667"/>
                  </a:cubicBezTo>
                  <a:lnTo>
                    <a:pt x="25146" y="11430"/>
                  </a:lnTo>
                  <a:lnTo>
                    <a:pt x="21590" y="2667"/>
                  </a:lnTo>
                  <a:cubicBezTo>
                    <a:pt x="25908" y="889"/>
                    <a:pt x="30353" y="0"/>
                    <a:pt x="34925" y="0"/>
                  </a:cubicBezTo>
                  <a:lnTo>
                    <a:pt x="34925" y="9398"/>
                  </a:lnTo>
                  <a:lnTo>
                    <a:pt x="34925" y="0"/>
                  </a:lnTo>
                  <a:cubicBezTo>
                    <a:pt x="39497" y="0"/>
                    <a:pt x="44069" y="889"/>
                    <a:pt x="48260" y="2667"/>
                  </a:cubicBezTo>
                  <a:lnTo>
                    <a:pt x="44704" y="11430"/>
                  </a:lnTo>
                  <a:lnTo>
                    <a:pt x="48260" y="2667"/>
                  </a:lnTo>
                  <a:cubicBezTo>
                    <a:pt x="52578" y="4445"/>
                    <a:pt x="56388" y="6985"/>
                    <a:pt x="59563" y="10287"/>
                  </a:cubicBezTo>
                  <a:lnTo>
                    <a:pt x="52959" y="16891"/>
                  </a:lnTo>
                  <a:lnTo>
                    <a:pt x="59563" y="10160"/>
                  </a:lnTo>
                  <a:cubicBezTo>
                    <a:pt x="62865" y="13462"/>
                    <a:pt x="65405" y="17272"/>
                    <a:pt x="67183" y="21463"/>
                  </a:cubicBezTo>
                  <a:cubicBezTo>
                    <a:pt x="68961" y="25781"/>
                    <a:pt x="69850" y="30226"/>
                    <a:pt x="69850" y="34798"/>
                  </a:cubicBezTo>
                  <a:lnTo>
                    <a:pt x="60452" y="34798"/>
                  </a:lnTo>
                  <a:lnTo>
                    <a:pt x="69850" y="34798"/>
                  </a:lnTo>
                  <a:moveTo>
                    <a:pt x="51054" y="34798"/>
                  </a:moveTo>
                  <a:cubicBezTo>
                    <a:pt x="51054" y="32639"/>
                    <a:pt x="50673" y="30607"/>
                    <a:pt x="49784" y="28575"/>
                  </a:cubicBezTo>
                  <a:lnTo>
                    <a:pt x="58547" y="25019"/>
                  </a:lnTo>
                  <a:lnTo>
                    <a:pt x="49911" y="28575"/>
                  </a:lnTo>
                  <a:cubicBezTo>
                    <a:pt x="49149" y="26543"/>
                    <a:pt x="47879" y="24892"/>
                    <a:pt x="46482" y="23368"/>
                  </a:cubicBezTo>
                  <a:cubicBezTo>
                    <a:pt x="44958" y="21844"/>
                    <a:pt x="43307" y="20701"/>
                    <a:pt x="41275" y="19939"/>
                  </a:cubicBezTo>
                  <a:cubicBezTo>
                    <a:pt x="39243" y="19177"/>
                    <a:pt x="37211" y="18669"/>
                    <a:pt x="35052" y="18669"/>
                  </a:cubicBezTo>
                  <a:cubicBezTo>
                    <a:pt x="32893" y="18669"/>
                    <a:pt x="30861" y="19050"/>
                    <a:pt x="28829" y="19939"/>
                  </a:cubicBezTo>
                  <a:cubicBezTo>
                    <a:pt x="26797" y="20828"/>
                    <a:pt x="25146" y="21844"/>
                    <a:pt x="23622" y="23368"/>
                  </a:cubicBezTo>
                  <a:cubicBezTo>
                    <a:pt x="22098" y="24892"/>
                    <a:pt x="20955" y="26543"/>
                    <a:pt x="20193" y="28575"/>
                  </a:cubicBezTo>
                  <a:lnTo>
                    <a:pt x="11557" y="25019"/>
                  </a:lnTo>
                  <a:lnTo>
                    <a:pt x="20320" y="28575"/>
                  </a:lnTo>
                  <a:cubicBezTo>
                    <a:pt x="19431" y="30607"/>
                    <a:pt x="19050" y="32639"/>
                    <a:pt x="19050" y="34798"/>
                  </a:cubicBezTo>
                  <a:cubicBezTo>
                    <a:pt x="19050" y="36957"/>
                    <a:pt x="19431" y="38989"/>
                    <a:pt x="20320" y="41021"/>
                  </a:cubicBezTo>
                  <a:cubicBezTo>
                    <a:pt x="21082" y="43053"/>
                    <a:pt x="22225" y="44704"/>
                    <a:pt x="23876" y="46228"/>
                  </a:cubicBezTo>
                  <a:lnTo>
                    <a:pt x="17272" y="52832"/>
                  </a:lnTo>
                  <a:lnTo>
                    <a:pt x="23876" y="46101"/>
                  </a:lnTo>
                  <a:cubicBezTo>
                    <a:pt x="25400" y="47625"/>
                    <a:pt x="27178" y="48768"/>
                    <a:pt x="29083" y="49657"/>
                  </a:cubicBezTo>
                  <a:cubicBezTo>
                    <a:pt x="31115" y="50419"/>
                    <a:pt x="33020" y="50927"/>
                    <a:pt x="35179" y="50927"/>
                  </a:cubicBezTo>
                  <a:cubicBezTo>
                    <a:pt x="37338" y="50927"/>
                    <a:pt x="39370" y="50546"/>
                    <a:pt x="41275" y="49657"/>
                  </a:cubicBezTo>
                  <a:cubicBezTo>
                    <a:pt x="43307" y="48895"/>
                    <a:pt x="44958" y="47625"/>
                    <a:pt x="46482" y="46228"/>
                  </a:cubicBezTo>
                  <a:lnTo>
                    <a:pt x="53086" y="52959"/>
                  </a:lnTo>
                  <a:lnTo>
                    <a:pt x="46482" y="46355"/>
                  </a:lnTo>
                  <a:cubicBezTo>
                    <a:pt x="48006" y="44831"/>
                    <a:pt x="49149" y="43053"/>
                    <a:pt x="50038" y="41148"/>
                  </a:cubicBezTo>
                  <a:cubicBezTo>
                    <a:pt x="50800" y="39116"/>
                    <a:pt x="51308" y="37084"/>
                    <a:pt x="51308" y="34925"/>
                  </a:cubicBezTo>
                  <a:close/>
                </a:path>
              </a:pathLst>
            </a:custGeom>
            <a:solidFill>
              <a:srgbClr val="007EBD"/>
            </a:solidFill>
          </p:spPr>
        </p:sp>
        <p:sp>
          <p:nvSpPr>
            <p:cNvPr name="Freeform 19" id="19"/>
            <p:cNvSpPr/>
            <p:nvPr/>
          </p:nvSpPr>
          <p:spPr>
            <a:xfrm flipH="false" flipV="false" rot="0">
              <a:off x="930750" y="3371850"/>
              <a:ext cx="108650" cy="38006"/>
            </a:xfrm>
            <a:custGeom>
              <a:avLst/>
              <a:gdLst/>
              <a:ahLst/>
              <a:cxnLst/>
              <a:rect r="r" b="b" t="t" l="l"/>
              <a:pathLst>
                <a:path h="38006" w="108650">
                  <a:moveTo>
                    <a:pt x="2827" y="20955"/>
                  </a:moveTo>
                  <a:cubicBezTo>
                    <a:pt x="6256" y="17653"/>
                    <a:pt x="9939" y="14605"/>
                    <a:pt x="14003" y="11938"/>
                  </a:cubicBezTo>
                  <a:lnTo>
                    <a:pt x="19210" y="19812"/>
                  </a:lnTo>
                  <a:lnTo>
                    <a:pt x="14003" y="11938"/>
                  </a:lnTo>
                  <a:cubicBezTo>
                    <a:pt x="18067" y="9271"/>
                    <a:pt x="22258" y="7112"/>
                    <a:pt x="26703" y="5334"/>
                  </a:cubicBezTo>
                  <a:lnTo>
                    <a:pt x="30259" y="14097"/>
                  </a:lnTo>
                  <a:lnTo>
                    <a:pt x="26703" y="5334"/>
                  </a:lnTo>
                  <a:cubicBezTo>
                    <a:pt x="31148" y="3556"/>
                    <a:pt x="35720" y="2159"/>
                    <a:pt x="40419" y="1270"/>
                  </a:cubicBezTo>
                  <a:lnTo>
                    <a:pt x="42197" y="10541"/>
                  </a:lnTo>
                  <a:lnTo>
                    <a:pt x="40419" y="1270"/>
                  </a:lnTo>
                  <a:cubicBezTo>
                    <a:pt x="45118" y="381"/>
                    <a:pt x="49817" y="0"/>
                    <a:pt x="54643" y="0"/>
                  </a:cubicBezTo>
                  <a:cubicBezTo>
                    <a:pt x="59469" y="0"/>
                    <a:pt x="64168" y="508"/>
                    <a:pt x="68867" y="1524"/>
                  </a:cubicBezTo>
                  <a:cubicBezTo>
                    <a:pt x="73566" y="2540"/>
                    <a:pt x="78138" y="3937"/>
                    <a:pt x="82456" y="5842"/>
                  </a:cubicBezTo>
                  <a:lnTo>
                    <a:pt x="78773" y="14478"/>
                  </a:lnTo>
                  <a:lnTo>
                    <a:pt x="82456" y="5842"/>
                  </a:lnTo>
                  <a:cubicBezTo>
                    <a:pt x="86901" y="7747"/>
                    <a:pt x="91092" y="10033"/>
                    <a:pt x="95029" y="12700"/>
                  </a:cubicBezTo>
                  <a:cubicBezTo>
                    <a:pt x="98966" y="15367"/>
                    <a:pt x="102649" y="18542"/>
                    <a:pt x="105951" y="21971"/>
                  </a:cubicBezTo>
                  <a:cubicBezTo>
                    <a:pt x="109634" y="25654"/>
                    <a:pt x="109507" y="31623"/>
                    <a:pt x="105824" y="35306"/>
                  </a:cubicBezTo>
                  <a:cubicBezTo>
                    <a:pt x="102141" y="38989"/>
                    <a:pt x="96172" y="38862"/>
                    <a:pt x="92489" y="35179"/>
                  </a:cubicBezTo>
                  <a:cubicBezTo>
                    <a:pt x="89949" y="32639"/>
                    <a:pt x="87282" y="30353"/>
                    <a:pt x="84361" y="28321"/>
                  </a:cubicBezTo>
                  <a:lnTo>
                    <a:pt x="89695" y="20574"/>
                  </a:lnTo>
                  <a:lnTo>
                    <a:pt x="84361" y="28321"/>
                  </a:lnTo>
                  <a:cubicBezTo>
                    <a:pt x="81440" y="26289"/>
                    <a:pt x="78392" y="24638"/>
                    <a:pt x="75090" y="23241"/>
                  </a:cubicBezTo>
                  <a:cubicBezTo>
                    <a:pt x="71788" y="21844"/>
                    <a:pt x="68486" y="20828"/>
                    <a:pt x="64930" y="20066"/>
                  </a:cubicBezTo>
                  <a:lnTo>
                    <a:pt x="66835" y="10795"/>
                  </a:lnTo>
                  <a:lnTo>
                    <a:pt x="64930" y="20066"/>
                  </a:lnTo>
                  <a:cubicBezTo>
                    <a:pt x="61501" y="19304"/>
                    <a:pt x="57945" y="18923"/>
                    <a:pt x="54389" y="18923"/>
                  </a:cubicBezTo>
                  <a:lnTo>
                    <a:pt x="54516" y="9525"/>
                  </a:lnTo>
                  <a:lnTo>
                    <a:pt x="54389" y="18923"/>
                  </a:lnTo>
                  <a:cubicBezTo>
                    <a:pt x="50833" y="18923"/>
                    <a:pt x="47277" y="19177"/>
                    <a:pt x="43848" y="19939"/>
                  </a:cubicBezTo>
                  <a:cubicBezTo>
                    <a:pt x="40292" y="20574"/>
                    <a:pt x="36990" y="21590"/>
                    <a:pt x="33688" y="22987"/>
                  </a:cubicBezTo>
                  <a:cubicBezTo>
                    <a:pt x="30386" y="24257"/>
                    <a:pt x="27338" y="25908"/>
                    <a:pt x="24290" y="27940"/>
                  </a:cubicBezTo>
                  <a:cubicBezTo>
                    <a:pt x="21369" y="29845"/>
                    <a:pt x="18575" y="32131"/>
                    <a:pt x="16035" y="34544"/>
                  </a:cubicBezTo>
                  <a:cubicBezTo>
                    <a:pt x="12352" y="38227"/>
                    <a:pt x="6383" y="38100"/>
                    <a:pt x="2700" y="34417"/>
                  </a:cubicBezTo>
                  <a:cubicBezTo>
                    <a:pt x="-983" y="30734"/>
                    <a:pt x="-856" y="24765"/>
                    <a:pt x="2827" y="21082"/>
                  </a:cubicBezTo>
                  <a:close/>
                </a:path>
              </a:pathLst>
            </a:custGeom>
            <a:solidFill>
              <a:srgbClr val="007EBD"/>
            </a:solidFill>
          </p:spPr>
        </p:sp>
        <p:sp>
          <p:nvSpPr>
            <p:cNvPr name="Freeform 20" id="20"/>
            <p:cNvSpPr/>
            <p:nvPr/>
          </p:nvSpPr>
          <p:spPr>
            <a:xfrm flipH="false" flipV="false" rot="0">
              <a:off x="654157" y="3217914"/>
              <a:ext cx="69915" cy="160965"/>
            </a:xfrm>
            <a:custGeom>
              <a:avLst/>
              <a:gdLst/>
              <a:ahLst/>
              <a:cxnLst/>
              <a:rect r="r" b="b" t="t" l="l"/>
              <a:pathLst>
                <a:path h="160965" w="69915">
                  <a:moveTo>
                    <a:pt x="53614" y="157746"/>
                  </a:moveTo>
                  <a:cubicBezTo>
                    <a:pt x="35199" y="137426"/>
                    <a:pt x="21356" y="114439"/>
                    <a:pt x="12085" y="88658"/>
                  </a:cubicBezTo>
                  <a:lnTo>
                    <a:pt x="20975" y="85483"/>
                  </a:lnTo>
                  <a:lnTo>
                    <a:pt x="12085" y="88658"/>
                  </a:lnTo>
                  <a:cubicBezTo>
                    <a:pt x="2814" y="62877"/>
                    <a:pt x="-1123" y="36207"/>
                    <a:pt x="274" y="8902"/>
                  </a:cubicBezTo>
                  <a:cubicBezTo>
                    <a:pt x="528" y="3695"/>
                    <a:pt x="4973" y="-242"/>
                    <a:pt x="10180" y="12"/>
                  </a:cubicBezTo>
                  <a:cubicBezTo>
                    <a:pt x="15387" y="266"/>
                    <a:pt x="19324" y="4711"/>
                    <a:pt x="19070" y="9918"/>
                  </a:cubicBezTo>
                  <a:cubicBezTo>
                    <a:pt x="17800" y="34810"/>
                    <a:pt x="21356" y="58940"/>
                    <a:pt x="29738" y="82435"/>
                  </a:cubicBezTo>
                  <a:cubicBezTo>
                    <a:pt x="38120" y="105930"/>
                    <a:pt x="50693" y="126758"/>
                    <a:pt x="67457" y="145173"/>
                  </a:cubicBezTo>
                  <a:cubicBezTo>
                    <a:pt x="71013" y="148983"/>
                    <a:pt x="70632" y="154952"/>
                    <a:pt x="66822" y="158508"/>
                  </a:cubicBezTo>
                  <a:cubicBezTo>
                    <a:pt x="63012" y="162064"/>
                    <a:pt x="57043" y="161683"/>
                    <a:pt x="53487" y="157873"/>
                  </a:cubicBezTo>
                  <a:close/>
                </a:path>
              </a:pathLst>
            </a:custGeom>
            <a:solidFill>
              <a:srgbClr val="007EBD"/>
            </a:solidFill>
          </p:spPr>
        </p:sp>
        <p:sp>
          <p:nvSpPr>
            <p:cNvPr name="Freeform 21" id="21"/>
            <p:cNvSpPr/>
            <p:nvPr/>
          </p:nvSpPr>
          <p:spPr>
            <a:xfrm flipH="false" flipV="false" rot="0">
              <a:off x="720927" y="3038458"/>
              <a:ext cx="104845" cy="60522"/>
            </a:xfrm>
            <a:custGeom>
              <a:avLst/>
              <a:gdLst/>
              <a:ahLst/>
              <a:cxnLst/>
              <a:rect r="r" b="b" t="t" l="l"/>
              <a:pathLst>
                <a:path h="60522" w="104845">
                  <a:moveTo>
                    <a:pt x="3354" y="44086"/>
                  </a:moveTo>
                  <a:cubicBezTo>
                    <a:pt x="29389" y="21099"/>
                    <a:pt x="59615" y="6494"/>
                    <a:pt x="93778" y="144"/>
                  </a:cubicBezTo>
                  <a:cubicBezTo>
                    <a:pt x="98858" y="-745"/>
                    <a:pt x="103811" y="2557"/>
                    <a:pt x="104700" y="7764"/>
                  </a:cubicBezTo>
                  <a:cubicBezTo>
                    <a:pt x="105589" y="12971"/>
                    <a:pt x="102287" y="17797"/>
                    <a:pt x="97080" y="18686"/>
                  </a:cubicBezTo>
                  <a:cubicBezTo>
                    <a:pt x="66219" y="24401"/>
                    <a:pt x="39168" y="37482"/>
                    <a:pt x="15673" y="58183"/>
                  </a:cubicBezTo>
                  <a:cubicBezTo>
                    <a:pt x="11736" y="61612"/>
                    <a:pt x="5767" y="61231"/>
                    <a:pt x="2338" y="57294"/>
                  </a:cubicBezTo>
                  <a:cubicBezTo>
                    <a:pt x="-1091" y="53357"/>
                    <a:pt x="-710" y="47388"/>
                    <a:pt x="3227" y="43959"/>
                  </a:cubicBezTo>
                  <a:close/>
                </a:path>
              </a:pathLst>
            </a:custGeom>
            <a:solidFill>
              <a:srgbClr val="007EBD"/>
            </a:solidFill>
          </p:spPr>
        </p:sp>
        <p:sp>
          <p:nvSpPr>
            <p:cNvPr name="Freeform 22" id="22"/>
            <p:cNvSpPr/>
            <p:nvPr/>
          </p:nvSpPr>
          <p:spPr>
            <a:xfrm flipH="false" flipV="false" rot="0">
              <a:off x="983073" y="3279995"/>
              <a:ext cx="73093" cy="32580"/>
            </a:xfrm>
            <a:custGeom>
              <a:avLst/>
              <a:gdLst/>
              <a:ahLst/>
              <a:cxnLst/>
              <a:rect r="r" b="b" t="t" l="l"/>
              <a:pathLst>
                <a:path h="32580" w="73093">
                  <a:moveTo>
                    <a:pt x="11718" y="288"/>
                  </a:moveTo>
                  <a:lnTo>
                    <a:pt x="65947" y="14004"/>
                  </a:lnTo>
                  <a:cubicBezTo>
                    <a:pt x="71027" y="15274"/>
                    <a:pt x="74075" y="20354"/>
                    <a:pt x="72805" y="25434"/>
                  </a:cubicBezTo>
                  <a:cubicBezTo>
                    <a:pt x="71535" y="30514"/>
                    <a:pt x="66455" y="33562"/>
                    <a:pt x="61375" y="32292"/>
                  </a:cubicBezTo>
                  <a:lnTo>
                    <a:pt x="7146" y="18576"/>
                  </a:lnTo>
                  <a:cubicBezTo>
                    <a:pt x="2066" y="17306"/>
                    <a:pt x="-982" y="12226"/>
                    <a:pt x="288" y="7146"/>
                  </a:cubicBezTo>
                  <a:cubicBezTo>
                    <a:pt x="1558" y="2066"/>
                    <a:pt x="6638" y="-982"/>
                    <a:pt x="11718" y="288"/>
                  </a:cubicBezTo>
                  <a:close/>
                </a:path>
              </a:pathLst>
            </a:custGeom>
            <a:solidFill>
              <a:srgbClr val="007EBD"/>
            </a:solidFill>
          </p:spPr>
        </p:sp>
        <p:sp>
          <p:nvSpPr>
            <p:cNvPr name="Freeform 23" id="23"/>
            <p:cNvSpPr/>
            <p:nvPr/>
          </p:nvSpPr>
          <p:spPr>
            <a:xfrm flipH="false" flipV="false" rot="0">
              <a:off x="1037258" y="3293667"/>
              <a:ext cx="64372" cy="50783"/>
            </a:xfrm>
            <a:custGeom>
              <a:avLst/>
              <a:gdLst/>
              <a:ahLst/>
              <a:cxnLst/>
              <a:rect r="r" b="b" t="t" l="l"/>
              <a:pathLst>
                <a:path h="50783" w="64372">
                  <a:moveTo>
                    <a:pt x="13286" y="840"/>
                  </a:moveTo>
                  <a:cubicBezTo>
                    <a:pt x="31574" y="9095"/>
                    <a:pt x="47703" y="20398"/>
                    <a:pt x="61673" y="34749"/>
                  </a:cubicBezTo>
                  <a:cubicBezTo>
                    <a:pt x="65356" y="38432"/>
                    <a:pt x="65229" y="44401"/>
                    <a:pt x="61546" y="48084"/>
                  </a:cubicBezTo>
                  <a:cubicBezTo>
                    <a:pt x="57863" y="51767"/>
                    <a:pt x="51894" y="51640"/>
                    <a:pt x="48211" y="47957"/>
                  </a:cubicBezTo>
                  <a:cubicBezTo>
                    <a:pt x="35892" y="35257"/>
                    <a:pt x="21668" y="25351"/>
                    <a:pt x="5539" y="17985"/>
                  </a:cubicBezTo>
                  <a:cubicBezTo>
                    <a:pt x="840" y="15826"/>
                    <a:pt x="-1319" y="10238"/>
                    <a:pt x="840" y="5539"/>
                  </a:cubicBezTo>
                  <a:cubicBezTo>
                    <a:pt x="2999" y="840"/>
                    <a:pt x="8587" y="-1319"/>
                    <a:pt x="13286" y="840"/>
                  </a:cubicBezTo>
                  <a:close/>
                </a:path>
              </a:pathLst>
            </a:custGeom>
            <a:solidFill>
              <a:srgbClr val="007EBD"/>
            </a:solidFill>
          </p:spPr>
        </p:sp>
        <p:sp>
          <p:nvSpPr>
            <p:cNvPr name="Freeform 24" id="24"/>
            <p:cNvSpPr/>
            <p:nvPr/>
          </p:nvSpPr>
          <p:spPr>
            <a:xfrm flipH="false" flipV="false" rot="0">
              <a:off x="4216905" y="3410709"/>
              <a:ext cx="88268" cy="72393"/>
            </a:xfrm>
            <a:custGeom>
              <a:avLst/>
              <a:gdLst/>
              <a:ahLst/>
              <a:cxnLst/>
              <a:rect r="r" b="b" t="t" l="l"/>
              <a:pathLst>
                <a:path h="72393" w="88268">
                  <a:moveTo>
                    <a:pt x="18926" y="9020"/>
                  </a:moveTo>
                  <a:cubicBezTo>
                    <a:pt x="19053" y="14862"/>
                    <a:pt x="19815" y="20323"/>
                    <a:pt x="20704" y="24514"/>
                  </a:cubicBezTo>
                  <a:lnTo>
                    <a:pt x="11433" y="26673"/>
                  </a:lnTo>
                  <a:lnTo>
                    <a:pt x="20323" y="23498"/>
                  </a:lnTo>
                  <a:cubicBezTo>
                    <a:pt x="22482" y="29467"/>
                    <a:pt x="24514" y="33658"/>
                    <a:pt x="28070" y="38865"/>
                  </a:cubicBezTo>
                  <a:lnTo>
                    <a:pt x="20196" y="44199"/>
                  </a:lnTo>
                  <a:lnTo>
                    <a:pt x="27435" y="37976"/>
                  </a:lnTo>
                  <a:cubicBezTo>
                    <a:pt x="30356" y="41278"/>
                    <a:pt x="33785" y="44326"/>
                    <a:pt x="38103" y="47120"/>
                  </a:cubicBezTo>
                  <a:lnTo>
                    <a:pt x="32896" y="55121"/>
                  </a:lnTo>
                  <a:lnTo>
                    <a:pt x="36960" y="46612"/>
                  </a:lnTo>
                  <a:cubicBezTo>
                    <a:pt x="42167" y="49152"/>
                    <a:pt x="46612" y="50676"/>
                    <a:pt x="51184" y="51819"/>
                  </a:cubicBezTo>
                  <a:lnTo>
                    <a:pt x="48898" y="61090"/>
                  </a:lnTo>
                  <a:lnTo>
                    <a:pt x="50295" y="51692"/>
                  </a:lnTo>
                  <a:cubicBezTo>
                    <a:pt x="58423" y="52835"/>
                    <a:pt x="68329" y="53343"/>
                    <a:pt x="78743" y="53343"/>
                  </a:cubicBezTo>
                  <a:cubicBezTo>
                    <a:pt x="83950" y="53343"/>
                    <a:pt x="88268" y="57661"/>
                    <a:pt x="88268" y="62868"/>
                  </a:cubicBezTo>
                  <a:cubicBezTo>
                    <a:pt x="88268" y="68075"/>
                    <a:pt x="83950" y="72393"/>
                    <a:pt x="78743" y="72393"/>
                  </a:cubicBezTo>
                  <a:cubicBezTo>
                    <a:pt x="67948" y="72393"/>
                    <a:pt x="57026" y="71885"/>
                    <a:pt x="47628" y="70615"/>
                  </a:cubicBezTo>
                  <a:cubicBezTo>
                    <a:pt x="47247" y="70615"/>
                    <a:pt x="46993" y="70488"/>
                    <a:pt x="46612" y="70488"/>
                  </a:cubicBezTo>
                  <a:cubicBezTo>
                    <a:pt x="40770" y="68964"/>
                    <a:pt x="35182" y="67059"/>
                    <a:pt x="28832" y="64011"/>
                  </a:cubicBezTo>
                  <a:cubicBezTo>
                    <a:pt x="28451" y="63884"/>
                    <a:pt x="28197" y="63630"/>
                    <a:pt x="27816" y="63376"/>
                  </a:cubicBezTo>
                  <a:cubicBezTo>
                    <a:pt x="21974" y="59693"/>
                    <a:pt x="17148" y="55375"/>
                    <a:pt x="13084" y="50676"/>
                  </a:cubicBezTo>
                  <a:cubicBezTo>
                    <a:pt x="12830" y="50422"/>
                    <a:pt x="12576" y="50041"/>
                    <a:pt x="12449" y="49787"/>
                  </a:cubicBezTo>
                  <a:cubicBezTo>
                    <a:pt x="8004" y="43183"/>
                    <a:pt x="5210" y="37595"/>
                    <a:pt x="2543" y="30102"/>
                  </a:cubicBezTo>
                  <a:cubicBezTo>
                    <a:pt x="2416" y="29721"/>
                    <a:pt x="2289" y="29467"/>
                    <a:pt x="2289" y="29086"/>
                  </a:cubicBezTo>
                  <a:cubicBezTo>
                    <a:pt x="1019" y="23498"/>
                    <a:pt x="130" y="16640"/>
                    <a:pt x="3" y="9782"/>
                  </a:cubicBezTo>
                  <a:cubicBezTo>
                    <a:pt x="-124" y="4575"/>
                    <a:pt x="4067" y="130"/>
                    <a:pt x="9274" y="3"/>
                  </a:cubicBezTo>
                  <a:cubicBezTo>
                    <a:pt x="14481" y="-124"/>
                    <a:pt x="18926" y="4067"/>
                    <a:pt x="19053" y="9274"/>
                  </a:cubicBezTo>
                  <a:close/>
                </a:path>
              </a:pathLst>
            </a:custGeom>
            <a:solidFill>
              <a:srgbClr val="007EBD"/>
            </a:solidFill>
          </p:spPr>
        </p:sp>
        <p:sp>
          <p:nvSpPr>
            <p:cNvPr name="Freeform 25" id="25"/>
            <p:cNvSpPr/>
            <p:nvPr/>
          </p:nvSpPr>
          <p:spPr>
            <a:xfrm flipH="false" flipV="false" rot="0">
              <a:off x="4431004" y="3404359"/>
              <a:ext cx="80419" cy="78641"/>
            </a:xfrm>
            <a:custGeom>
              <a:avLst/>
              <a:gdLst/>
              <a:ahLst/>
              <a:cxnLst/>
              <a:rect r="r" b="b" t="t" l="l"/>
              <a:pathLst>
                <a:path h="78641" w="80419">
                  <a:moveTo>
                    <a:pt x="8789" y="59566"/>
                  </a:moveTo>
                  <a:cubicBezTo>
                    <a:pt x="26061" y="58296"/>
                    <a:pt x="30379" y="57534"/>
                    <a:pt x="33173" y="56772"/>
                  </a:cubicBezTo>
                  <a:lnTo>
                    <a:pt x="35840" y="65916"/>
                  </a:lnTo>
                  <a:lnTo>
                    <a:pt x="32411" y="57026"/>
                  </a:lnTo>
                  <a:cubicBezTo>
                    <a:pt x="36856" y="55248"/>
                    <a:pt x="41301" y="52835"/>
                    <a:pt x="44222" y="50676"/>
                  </a:cubicBezTo>
                  <a:lnTo>
                    <a:pt x="49810" y="58423"/>
                  </a:lnTo>
                  <a:lnTo>
                    <a:pt x="43587" y="51311"/>
                  </a:lnTo>
                  <a:cubicBezTo>
                    <a:pt x="47778" y="47628"/>
                    <a:pt x="51842" y="43310"/>
                    <a:pt x="55017" y="39119"/>
                  </a:cubicBezTo>
                  <a:lnTo>
                    <a:pt x="62637" y="44834"/>
                  </a:lnTo>
                  <a:lnTo>
                    <a:pt x="54509" y="40008"/>
                  </a:lnTo>
                  <a:cubicBezTo>
                    <a:pt x="57176" y="35309"/>
                    <a:pt x="59335" y="30483"/>
                    <a:pt x="60859" y="25276"/>
                  </a:cubicBezTo>
                  <a:lnTo>
                    <a:pt x="70003" y="27943"/>
                  </a:lnTo>
                  <a:lnTo>
                    <a:pt x="60605" y="26292"/>
                  </a:lnTo>
                  <a:cubicBezTo>
                    <a:pt x="60986" y="24133"/>
                    <a:pt x="61367" y="18799"/>
                    <a:pt x="61494" y="9274"/>
                  </a:cubicBezTo>
                  <a:cubicBezTo>
                    <a:pt x="61621" y="4067"/>
                    <a:pt x="65939" y="-124"/>
                    <a:pt x="71146" y="3"/>
                  </a:cubicBezTo>
                  <a:cubicBezTo>
                    <a:pt x="76353" y="130"/>
                    <a:pt x="80544" y="4448"/>
                    <a:pt x="80417" y="9655"/>
                  </a:cubicBezTo>
                  <a:cubicBezTo>
                    <a:pt x="80290" y="18926"/>
                    <a:pt x="79909" y="25784"/>
                    <a:pt x="79274" y="29721"/>
                  </a:cubicBezTo>
                  <a:cubicBezTo>
                    <a:pt x="79274" y="30102"/>
                    <a:pt x="79147" y="30356"/>
                    <a:pt x="79020" y="30737"/>
                  </a:cubicBezTo>
                  <a:cubicBezTo>
                    <a:pt x="77115" y="37468"/>
                    <a:pt x="74321" y="43818"/>
                    <a:pt x="70765" y="49787"/>
                  </a:cubicBezTo>
                  <a:cubicBezTo>
                    <a:pt x="70511" y="50168"/>
                    <a:pt x="70384" y="50422"/>
                    <a:pt x="70130" y="50676"/>
                  </a:cubicBezTo>
                  <a:cubicBezTo>
                    <a:pt x="66193" y="55883"/>
                    <a:pt x="61240" y="61090"/>
                    <a:pt x="56160" y="65662"/>
                  </a:cubicBezTo>
                  <a:cubicBezTo>
                    <a:pt x="55906" y="65916"/>
                    <a:pt x="55652" y="66043"/>
                    <a:pt x="55398" y="66170"/>
                  </a:cubicBezTo>
                  <a:cubicBezTo>
                    <a:pt x="51080" y="69345"/>
                    <a:pt x="45365" y="72520"/>
                    <a:pt x="39269" y="74806"/>
                  </a:cubicBezTo>
                  <a:cubicBezTo>
                    <a:pt x="39015" y="74933"/>
                    <a:pt x="38761" y="75060"/>
                    <a:pt x="38380" y="75060"/>
                  </a:cubicBezTo>
                  <a:cubicBezTo>
                    <a:pt x="33427" y="76457"/>
                    <a:pt x="27204" y="77346"/>
                    <a:pt x="10186" y="78616"/>
                  </a:cubicBezTo>
                  <a:cubicBezTo>
                    <a:pt x="4979" y="78997"/>
                    <a:pt x="407" y="75060"/>
                    <a:pt x="26" y="69853"/>
                  </a:cubicBezTo>
                  <a:cubicBezTo>
                    <a:pt x="-355" y="64646"/>
                    <a:pt x="3582" y="60074"/>
                    <a:pt x="8789" y="59693"/>
                  </a:cubicBezTo>
                  <a:close/>
                </a:path>
              </a:pathLst>
            </a:custGeom>
            <a:solidFill>
              <a:srgbClr val="007EBD"/>
            </a:solidFill>
          </p:spPr>
        </p:sp>
        <p:sp>
          <p:nvSpPr>
            <p:cNvPr name="Freeform 26" id="26"/>
            <p:cNvSpPr/>
            <p:nvPr/>
          </p:nvSpPr>
          <p:spPr>
            <a:xfrm flipH="false" flipV="false" rot="0">
              <a:off x="4418708" y="3035678"/>
              <a:ext cx="92462" cy="74935"/>
            </a:xfrm>
            <a:custGeom>
              <a:avLst/>
              <a:gdLst/>
              <a:ahLst/>
              <a:cxnLst/>
              <a:rect r="r" b="b" t="t" l="l"/>
              <a:pathLst>
                <a:path h="74935" w="92462">
                  <a:moveTo>
                    <a:pt x="73536" y="65408"/>
                  </a:moveTo>
                  <a:cubicBezTo>
                    <a:pt x="73409" y="58931"/>
                    <a:pt x="72774" y="52581"/>
                    <a:pt x="71250" y="46358"/>
                  </a:cubicBezTo>
                  <a:lnTo>
                    <a:pt x="80521" y="44199"/>
                  </a:lnTo>
                  <a:lnTo>
                    <a:pt x="71631" y="47501"/>
                  </a:lnTo>
                  <a:cubicBezTo>
                    <a:pt x="70107" y="43564"/>
                    <a:pt x="66932" y="37214"/>
                    <a:pt x="64138" y="33277"/>
                  </a:cubicBezTo>
                  <a:lnTo>
                    <a:pt x="71885" y="27816"/>
                  </a:lnTo>
                  <a:lnTo>
                    <a:pt x="64900" y="34293"/>
                  </a:lnTo>
                  <a:cubicBezTo>
                    <a:pt x="61471" y="30483"/>
                    <a:pt x="57534" y="27181"/>
                    <a:pt x="53343" y="24387"/>
                  </a:cubicBezTo>
                  <a:lnTo>
                    <a:pt x="58550" y="16513"/>
                  </a:lnTo>
                  <a:lnTo>
                    <a:pt x="54232" y="25022"/>
                  </a:lnTo>
                  <a:cubicBezTo>
                    <a:pt x="50168" y="22990"/>
                    <a:pt x="46104" y="21339"/>
                    <a:pt x="39754" y="19815"/>
                  </a:cubicBezTo>
                  <a:lnTo>
                    <a:pt x="42040" y="10544"/>
                  </a:lnTo>
                  <a:lnTo>
                    <a:pt x="41024" y="19942"/>
                  </a:lnTo>
                  <a:cubicBezTo>
                    <a:pt x="35436" y="19307"/>
                    <a:pt x="25022" y="18926"/>
                    <a:pt x="9401" y="18926"/>
                  </a:cubicBezTo>
                  <a:cubicBezTo>
                    <a:pt x="4194" y="18926"/>
                    <a:pt x="-124" y="14608"/>
                    <a:pt x="3" y="9401"/>
                  </a:cubicBezTo>
                  <a:cubicBezTo>
                    <a:pt x="130" y="4194"/>
                    <a:pt x="4321" y="-124"/>
                    <a:pt x="9528" y="3"/>
                  </a:cubicBezTo>
                  <a:cubicBezTo>
                    <a:pt x="25022" y="130"/>
                    <a:pt x="36325" y="384"/>
                    <a:pt x="43056" y="1146"/>
                  </a:cubicBezTo>
                  <a:cubicBezTo>
                    <a:pt x="43437" y="1146"/>
                    <a:pt x="43945" y="1273"/>
                    <a:pt x="44326" y="1400"/>
                  </a:cubicBezTo>
                  <a:cubicBezTo>
                    <a:pt x="51946" y="3305"/>
                    <a:pt x="57407" y="5337"/>
                    <a:pt x="62741" y="8131"/>
                  </a:cubicBezTo>
                  <a:cubicBezTo>
                    <a:pt x="63122" y="8258"/>
                    <a:pt x="63376" y="8512"/>
                    <a:pt x="63630" y="8639"/>
                  </a:cubicBezTo>
                  <a:cubicBezTo>
                    <a:pt x="69091" y="12195"/>
                    <a:pt x="74171" y="16513"/>
                    <a:pt x="78616" y="21466"/>
                  </a:cubicBezTo>
                  <a:cubicBezTo>
                    <a:pt x="78870" y="21720"/>
                    <a:pt x="79124" y="22101"/>
                    <a:pt x="79378" y="22355"/>
                  </a:cubicBezTo>
                  <a:cubicBezTo>
                    <a:pt x="83188" y="27816"/>
                    <a:pt x="87252" y="35563"/>
                    <a:pt x="89284" y="41024"/>
                  </a:cubicBezTo>
                  <a:cubicBezTo>
                    <a:pt x="89411" y="41405"/>
                    <a:pt x="89538" y="41786"/>
                    <a:pt x="89665" y="42040"/>
                  </a:cubicBezTo>
                  <a:cubicBezTo>
                    <a:pt x="91570" y="49914"/>
                    <a:pt x="92332" y="57661"/>
                    <a:pt x="92459" y="65281"/>
                  </a:cubicBezTo>
                  <a:cubicBezTo>
                    <a:pt x="92586" y="70488"/>
                    <a:pt x="88395" y="74806"/>
                    <a:pt x="83061" y="74933"/>
                  </a:cubicBezTo>
                  <a:cubicBezTo>
                    <a:pt x="77727" y="75060"/>
                    <a:pt x="73536" y="70869"/>
                    <a:pt x="73409" y="65535"/>
                  </a:cubicBezTo>
                  <a:close/>
                </a:path>
              </a:pathLst>
            </a:custGeom>
            <a:solidFill>
              <a:srgbClr val="007EBD"/>
            </a:solidFill>
          </p:spPr>
        </p:sp>
        <p:sp>
          <p:nvSpPr>
            <p:cNvPr name="Freeform 27" id="27"/>
            <p:cNvSpPr/>
            <p:nvPr/>
          </p:nvSpPr>
          <p:spPr>
            <a:xfrm flipH="false" flipV="false" rot="0">
              <a:off x="4217159" y="3035297"/>
              <a:ext cx="76206" cy="84207"/>
            </a:xfrm>
            <a:custGeom>
              <a:avLst/>
              <a:gdLst/>
              <a:ahLst/>
              <a:cxnLst/>
              <a:rect r="r" b="b" t="t" l="l"/>
              <a:pathLst>
                <a:path h="84207" w="76206">
                  <a:moveTo>
                    <a:pt x="66551" y="19053"/>
                  </a:moveTo>
                  <a:cubicBezTo>
                    <a:pt x="58931" y="19307"/>
                    <a:pt x="52708" y="19815"/>
                    <a:pt x="49025" y="20577"/>
                  </a:cubicBezTo>
                  <a:lnTo>
                    <a:pt x="47247" y="11306"/>
                  </a:lnTo>
                  <a:lnTo>
                    <a:pt x="50041" y="20450"/>
                  </a:lnTo>
                  <a:cubicBezTo>
                    <a:pt x="44961" y="21974"/>
                    <a:pt x="40135" y="24133"/>
                    <a:pt x="35563" y="26673"/>
                  </a:cubicBezTo>
                  <a:lnTo>
                    <a:pt x="30864" y="18418"/>
                  </a:lnTo>
                  <a:lnTo>
                    <a:pt x="36579" y="26038"/>
                  </a:lnTo>
                  <a:cubicBezTo>
                    <a:pt x="32769" y="28959"/>
                    <a:pt x="28959" y="32642"/>
                    <a:pt x="25403" y="37214"/>
                  </a:cubicBezTo>
                  <a:lnTo>
                    <a:pt x="17910" y="31372"/>
                  </a:lnTo>
                  <a:lnTo>
                    <a:pt x="26038" y="36198"/>
                  </a:lnTo>
                  <a:cubicBezTo>
                    <a:pt x="23244" y="40770"/>
                    <a:pt x="21085" y="45850"/>
                    <a:pt x="19942" y="49787"/>
                  </a:cubicBezTo>
                  <a:lnTo>
                    <a:pt x="10925" y="46993"/>
                  </a:lnTo>
                  <a:lnTo>
                    <a:pt x="20323" y="48263"/>
                  </a:lnTo>
                  <a:cubicBezTo>
                    <a:pt x="19688" y="52962"/>
                    <a:pt x="19180" y="61725"/>
                    <a:pt x="18926" y="74933"/>
                  </a:cubicBezTo>
                  <a:cubicBezTo>
                    <a:pt x="18799" y="80140"/>
                    <a:pt x="14481" y="84331"/>
                    <a:pt x="9274" y="84204"/>
                  </a:cubicBezTo>
                  <a:cubicBezTo>
                    <a:pt x="4067" y="84077"/>
                    <a:pt x="-124" y="79759"/>
                    <a:pt x="3" y="74552"/>
                  </a:cubicBezTo>
                  <a:cubicBezTo>
                    <a:pt x="257" y="61344"/>
                    <a:pt x="765" y="51565"/>
                    <a:pt x="1654" y="45723"/>
                  </a:cubicBezTo>
                  <a:cubicBezTo>
                    <a:pt x="1781" y="45215"/>
                    <a:pt x="1781" y="44707"/>
                    <a:pt x="2035" y="44199"/>
                  </a:cubicBezTo>
                  <a:cubicBezTo>
                    <a:pt x="3686" y="38738"/>
                    <a:pt x="6607" y="32261"/>
                    <a:pt x="10036" y="26419"/>
                  </a:cubicBezTo>
                  <a:cubicBezTo>
                    <a:pt x="10290" y="26038"/>
                    <a:pt x="10417" y="25784"/>
                    <a:pt x="10671" y="25530"/>
                  </a:cubicBezTo>
                  <a:cubicBezTo>
                    <a:pt x="15243" y="19688"/>
                    <a:pt x="20323" y="14735"/>
                    <a:pt x="25403" y="10798"/>
                  </a:cubicBezTo>
                  <a:cubicBezTo>
                    <a:pt x="25784" y="10544"/>
                    <a:pt x="26038" y="10290"/>
                    <a:pt x="26419" y="10163"/>
                  </a:cubicBezTo>
                  <a:cubicBezTo>
                    <a:pt x="32134" y="6861"/>
                    <a:pt x="38357" y="4194"/>
                    <a:pt x="44834" y="2162"/>
                  </a:cubicBezTo>
                  <a:cubicBezTo>
                    <a:pt x="45088" y="2035"/>
                    <a:pt x="45469" y="2035"/>
                    <a:pt x="45723" y="1908"/>
                  </a:cubicBezTo>
                  <a:cubicBezTo>
                    <a:pt x="50930" y="892"/>
                    <a:pt x="58296" y="257"/>
                    <a:pt x="66424" y="3"/>
                  </a:cubicBezTo>
                  <a:cubicBezTo>
                    <a:pt x="71631" y="-124"/>
                    <a:pt x="76076" y="4067"/>
                    <a:pt x="76203" y="9274"/>
                  </a:cubicBezTo>
                  <a:cubicBezTo>
                    <a:pt x="76330" y="14481"/>
                    <a:pt x="72139" y="18926"/>
                    <a:pt x="66932" y="19053"/>
                  </a:cubicBezTo>
                  <a:close/>
                </a:path>
              </a:pathLst>
            </a:custGeom>
            <a:solidFill>
              <a:srgbClr val="007EBD"/>
            </a:solidFill>
          </p:spPr>
        </p:sp>
        <p:sp>
          <p:nvSpPr>
            <p:cNvPr name="Freeform 28" id="28"/>
            <p:cNvSpPr/>
            <p:nvPr/>
          </p:nvSpPr>
          <p:spPr>
            <a:xfrm flipH="false" flipV="false" rot="0">
              <a:off x="4216908" y="3363214"/>
              <a:ext cx="19050" cy="66294"/>
            </a:xfrm>
            <a:custGeom>
              <a:avLst/>
              <a:gdLst/>
              <a:ahLst/>
              <a:cxnLst/>
              <a:rect r="r" b="b" t="t" l="l"/>
              <a:pathLst>
                <a:path h="66294" w="19050">
                  <a:moveTo>
                    <a:pt x="19050" y="9525"/>
                  </a:moveTo>
                  <a:lnTo>
                    <a:pt x="19050" y="56769"/>
                  </a:lnTo>
                  <a:cubicBezTo>
                    <a:pt x="19050" y="61976"/>
                    <a:pt x="14732" y="66294"/>
                    <a:pt x="9525" y="66294"/>
                  </a:cubicBezTo>
                  <a:cubicBezTo>
                    <a:pt x="4318" y="66294"/>
                    <a:pt x="0" y="61976"/>
                    <a:pt x="0" y="56769"/>
                  </a:cubicBezTo>
                  <a:lnTo>
                    <a:pt x="0" y="9525"/>
                  </a:lnTo>
                  <a:cubicBezTo>
                    <a:pt x="0" y="4318"/>
                    <a:pt x="4318" y="0"/>
                    <a:pt x="9525" y="0"/>
                  </a:cubicBezTo>
                  <a:cubicBezTo>
                    <a:pt x="14732" y="0"/>
                    <a:pt x="19050" y="4318"/>
                    <a:pt x="19050" y="9525"/>
                  </a:cubicBezTo>
                  <a:close/>
                </a:path>
              </a:pathLst>
            </a:custGeom>
            <a:solidFill>
              <a:srgbClr val="007EBD"/>
            </a:solidFill>
          </p:spPr>
        </p:sp>
        <p:sp>
          <p:nvSpPr>
            <p:cNvPr name="Freeform 29" id="29"/>
            <p:cNvSpPr/>
            <p:nvPr/>
          </p:nvSpPr>
          <p:spPr>
            <a:xfrm flipH="false" flipV="false" rot="0">
              <a:off x="4216908" y="3360039"/>
              <a:ext cx="294259" cy="19050"/>
            </a:xfrm>
            <a:custGeom>
              <a:avLst/>
              <a:gdLst/>
              <a:ahLst/>
              <a:cxnLst/>
              <a:rect r="r" b="b" t="t" l="l"/>
              <a:pathLst>
                <a:path h="19050" w="294259">
                  <a:moveTo>
                    <a:pt x="284734" y="19050"/>
                  </a:moveTo>
                  <a:lnTo>
                    <a:pt x="9525" y="19050"/>
                  </a:lnTo>
                  <a:cubicBezTo>
                    <a:pt x="4318" y="19050"/>
                    <a:pt x="0" y="14859"/>
                    <a:pt x="0" y="9525"/>
                  </a:cubicBezTo>
                  <a:cubicBezTo>
                    <a:pt x="0" y="4191"/>
                    <a:pt x="4191" y="0"/>
                    <a:pt x="9525" y="0"/>
                  </a:cubicBezTo>
                  <a:lnTo>
                    <a:pt x="284734" y="0"/>
                  </a:lnTo>
                  <a:cubicBezTo>
                    <a:pt x="289941" y="0"/>
                    <a:pt x="294259" y="4191"/>
                    <a:pt x="294259" y="9525"/>
                  </a:cubicBezTo>
                  <a:cubicBezTo>
                    <a:pt x="294259" y="14859"/>
                    <a:pt x="290068" y="19050"/>
                    <a:pt x="284734" y="19050"/>
                  </a:cubicBezTo>
                  <a:close/>
                </a:path>
              </a:pathLst>
            </a:custGeom>
            <a:solidFill>
              <a:srgbClr val="007EBD"/>
            </a:solidFill>
          </p:spPr>
        </p:sp>
        <p:sp>
          <p:nvSpPr>
            <p:cNvPr name="Freeform 30" id="30"/>
            <p:cNvSpPr/>
            <p:nvPr/>
          </p:nvSpPr>
          <p:spPr>
            <a:xfrm flipH="false" flipV="false" rot="0">
              <a:off x="4322064" y="3411601"/>
              <a:ext cx="80772" cy="19177"/>
            </a:xfrm>
            <a:custGeom>
              <a:avLst/>
              <a:gdLst/>
              <a:ahLst/>
              <a:cxnLst/>
              <a:rect r="r" b="b" t="t" l="l"/>
              <a:pathLst>
                <a:path h="19177" w="80772">
                  <a:moveTo>
                    <a:pt x="9525" y="0"/>
                  </a:moveTo>
                  <a:lnTo>
                    <a:pt x="71247" y="127"/>
                  </a:lnTo>
                  <a:cubicBezTo>
                    <a:pt x="76454" y="127"/>
                    <a:pt x="80772" y="4445"/>
                    <a:pt x="80772" y="9652"/>
                  </a:cubicBezTo>
                  <a:cubicBezTo>
                    <a:pt x="80772" y="14859"/>
                    <a:pt x="76454" y="19177"/>
                    <a:pt x="71247" y="19177"/>
                  </a:cubicBezTo>
                  <a:lnTo>
                    <a:pt x="9525" y="19050"/>
                  </a:lnTo>
                  <a:cubicBezTo>
                    <a:pt x="4318" y="19050"/>
                    <a:pt x="0" y="14732"/>
                    <a:pt x="0" y="9525"/>
                  </a:cubicBezTo>
                  <a:cubicBezTo>
                    <a:pt x="0" y="4318"/>
                    <a:pt x="4318" y="0"/>
                    <a:pt x="9525" y="0"/>
                  </a:cubicBezTo>
                  <a:close/>
                </a:path>
              </a:pathLst>
            </a:custGeom>
            <a:solidFill>
              <a:srgbClr val="007EBD"/>
            </a:solidFill>
          </p:spPr>
        </p:sp>
        <p:sp>
          <p:nvSpPr>
            <p:cNvPr name="Freeform 31" id="31"/>
            <p:cNvSpPr/>
            <p:nvPr/>
          </p:nvSpPr>
          <p:spPr>
            <a:xfrm flipH="false" flipV="false" rot="0">
              <a:off x="4286250" y="3463925"/>
              <a:ext cx="163703" cy="19050"/>
            </a:xfrm>
            <a:custGeom>
              <a:avLst/>
              <a:gdLst/>
              <a:ahLst/>
              <a:cxnLst/>
              <a:rect r="r" b="b" t="t" l="l"/>
              <a:pathLst>
                <a:path h="19050" w="163703">
                  <a:moveTo>
                    <a:pt x="9525" y="0"/>
                  </a:moveTo>
                  <a:lnTo>
                    <a:pt x="154178" y="0"/>
                  </a:lnTo>
                  <a:cubicBezTo>
                    <a:pt x="159385" y="0"/>
                    <a:pt x="163703" y="4191"/>
                    <a:pt x="163703" y="9525"/>
                  </a:cubicBezTo>
                  <a:cubicBezTo>
                    <a:pt x="163703" y="14859"/>
                    <a:pt x="159512" y="19050"/>
                    <a:pt x="154178" y="19050"/>
                  </a:cubicBezTo>
                  <a:lnTo>
                    <a:pt x="9525" y="19050"/>
                  </a:lnTo>
                  <a:cubicBezTo>
                    <a:pt x="4318" y="19050"/>
                    <a:pt x="0" y="14859"/>
                    <a:pt x="0" y="9525"/>
                  </a:cubicBezTo>
                  <a:cubicBezTo>
                    <a:pt x="0" y="4191"/>
                    <a:pt x="4191" y="0"/>
                    <a:pt x="9525" y="0"/>
                  </a:cubicBezTo>
                  <a:close/>
                </a:path>
              </a:pathLst>
            </a:custGeom>
            <a:solidFill>
              <a:srgbClr val="007EBD"/>
            </a:solidFill>
          </p:spPr>
        </p:sp>
        <p:sp>
          <p:nvSpPr>
            <p:cNvPr name="Freeform 32" id="32"/>
            <p:cNvSpPr/>
            <p:nvPr/>
          </p:nvSpPr>
          <p:spPr>
            <a:xfrm flipH="false" flipV="false" rot="0">
              <a:off x="4492117" y="3091307"/>
              <a:ext cx="19050" cy="331978"/>
            </a:xfrm>
            <a:custGeom>
              <a:avLst/>
              <a:gdLst/>
              <a:ahLst/>
              <a:cxnLst/>
              <a:rect r="r" b="b" t="t" l="l"/>
              <a:pathLst>
                <a:path h="331978" w="19050">
                  <a:moveTo>
                    <a:pt x="0" y="322453"/>
                  </a:moveTo>
                  <a:lnTo>
                    <a:pt x="0" y="9525"/>
                  </a:lnTo>
                  <a:cubicBezTo>
                    <a:pt x="0" y="4318"/>
                    <a:pt x="4191" y="0"/>
                    <a:pt x="9525" y="0"/>
                  </a:cubicBezTo>
                  <a:cubicBezTo>
                    <a:pt x="14859" y="0"/>
                    <a:pt x="19050" y="4191"/>
                    <a:pt x="19050" y="9525"/>
                  </a:cubicBezTo>
                  <a:lnTo>
                    <a:pt x="19050" y="322453"/>
                  </a:lnTo>
                  <a:cubicBezTo>
                    <a:pt x="19050" y="327660"/>
                    <a:pt x="14859" y="331978"/>
                    <a:pt x="9525" y="331978"/>
                  </a:cubicBezTo>
                  <a:cubicBezTo>
                    <a:pt x="4191" y="331978"/>
                    <a:pt x="0" y="327787"/>
                    <a:pt x="0" y="322453"/>
                  </a:cubicBezTo>
                  <a:close/>
                </a:path>
              </a:pathLst>
            </a:custGeom>
            <a:solidFill>
              <a:srgbClr val="007EBD"/>
            </a:solidFill>
          </p:spPr>
        </p:sp>
        <p:sp>
          <p:nvSpPr>
            <p:cNvPr name="Freeform 33" id="33"/>
            <p:cNvSpPr/>
            <p:nvPr/>
          </p:nvSpPr>
          <p:spPr>
            <a:xfrm flipH="false" flipV="false" rot="0">
              <a:off x="4273931" y="3035300"/>
              <a:ext cx="163703" cy="19050"/>
            </a:xfrm>
            <a:custGeom>
              <a:avLst/>
              <a:gdLst/>
              <a:ahLst/>
              <a:cxnLst/>
              <a:rect r="r" b="b" t="t" l="l"/>
              <a:pathLst>
                <a:path h="19050" w="163703">
                  <a:moveTo>
                    <a:pt x="154178" y="19050"/>
                  </a:moveTo>
                  <a:lnTo>
                    <a:pt x="9525" y="19050"/>
                  </a:lnTo>
                  <a:cubicBezTo>
                    <a:pt x="4318" y="19050"/>
                    <a:pt x="0" y="14859"/>
                    <a:pt x="0" y="9525"/>
                  </a:cubicBezTo>
                  <a:cubicBezTo>
                    <a:pt x="0" y="4191"/>
                    <a:pt x="4191" y="0"/>
                    <a:pt x="9525" y="0"/>
                  </a:cubicBezTo>
                  <a:lnTo>
                    <a:pt x="154178" y="0"/>
                  </a:lnTo>
                  <a:cubicBezTo>
                    <a:pt x="159385" y="0"/>
                    <a:pt x="163703" y="4191"/>
                    <a:pt x="163703" y="9525"/>
                  </a:cubicBezTo>
                  <a:cubicBezTo>
                    <a:pt x="163703" y="14859"/>
                    <a:pt x="159512" y="19050"/>
                    <a:pt x="154178" y="19050"/>
                  </a:cubicBezTo>
                  <a:close/>
                </a:path>
              </a:pathLst>
            </a:custGeom>
            <a:solidFill>
              <a:srgbClr val="007EBD"/>
            </a:solidFill>
          </p:spPr>
        </p:sp>
        <p:sp>
          <p:nvSpPr>
            <p:cNvPr name="Freeform 34" id="34"/>
            <p:cNvSpPr/>
            <p:nvPr/>
          </p:nvSpPr>
          <p:spPr>
            <a:xfrm flipH="false" flipV="false" rot="0">
              <a:off x="4216781" y="3100578"/>
              <a:ext cx="19050" cy="281813"/>
            </a:xfrm>
            <a:custGeom>
              <a:avLst/>
              <a:gdLst/>
              <a:ahLst/>
              <a:cxnLst/>
              <a:rect r="r" b="b" t="t" l="l"/>
              <a:pathLst>
                <a:path h="281813" w="19050">
                  <a:moveTo>
                    <a:pt x="19050" y="9525"/>
                  </a:moveTo>
                  <a:lnTo>
                    <a:pt x="19050" y="272288"/>
                  </a:lnTo>
                  <a:cubicBezTo>
                    <a:pt x="19050" y="277495"/>
                    <a:pt x="14859" y="281813"/>
                    <a:pt x="9525" y="281813"/>
                  </a:cubicBezTo>
                  <a:cubicBezTo>
                    <a:pt x="4191" y="281813"/>
                    <a:pt x="0" y="277622"/>
                    <a:pt x="0" y="272288"/>
                  </a:cubicBezTo>
                  <a:lnTo>
                    <a:pt x="0" y="9525"/>
                  </a:lnTo>
                  <a:cubicBezTo>
                    <a:pt x="0" y="4318"/>
                    <a:pt x="4191" y="0"/>
                    <a:pt x="9525" y="0"/>
                  </a:cubicBezTo>
                  <a:cubicBezTo>
                    <a:pt x="14859" y="0"/>
                    <a:pt x="19050" y="4191"/>
                    <a:pt x="19050" y="9525"/>
                  </a:cubicBezTo>
                  <a:close/>
                </a:path>
              </a:pathLst>
            </a:custGeom>
            <a:solidFill>
              <a:srgbClr val="007EBD"/>
            </a:solidFill>
          </p:spPr>
        </p:sp>
        <p:sp>
          <p:nvSpPr>
            <p:cNvPr name="Freeform 35" id="35"/>
            <p:cNvSpPr/>
            <p:nvPr/>
          </p:nvSpPr>
          <p:spPr>
            <a:xfrm flipH="false" flipV="false" rot="0">
              <a:off x="7888153" y="3169851"/>
              <a:ext cx="35038" cy="77412"/>
            </a:xfrm>
            <a:custGeom>
              <a:avLst/>
              <a:gdLst/>
              <a:ahLst/>
              <a:cxnLst/>
              <a:rect r="r" b="b" t="t" l="l"/>
              <a:pathLst>
                <a:path h="77412" w="35038">
                  <a:moveTo>
                    <a:pt x="16327" y="67887"/>
                  </a:moveTo>
                  <a:cubicBezTo>
                    <a:pt x="16454" y="25596"/>
                    <a:pt x="16200" y="23945"/>
                    <a:pt x="15820" y="21786"/>
                  </a:cubicBezTo>
                  <a:lnTo>
                    <a:pt x="25090" y="19881"/>
                  </a:lnTo>
                  <a:lnTo>
                    <a:pt x="16582" y="23818"/>
                  </a:lnTo>
                  <a:cubicBezTo>
                    <a:pt x="15565" y="21659"/>
                    <a:pt x="14041" y="19881"/>
                    <a:pt x="13534" y="19500"/>
                  </a:cubicBezTo>
                  <a:lnTo>
                    <a:pt x="19375" y="12134"/>
                  </a:lnTo>
                  <a:lnTo>
                    <a:pt x="14549" y="20262"/>
                  </a:lnTo>
                  <a:cubicBezTo>
                    <a:pt x="14169" y="20135"/>
                    <a:pt x="12136" y="19119"/>
                    <a:pt x="8326" y="18738"/>
                  </a:cubicBezTo>
                  <a:cubicBezTo>
                    <a:pt x="3120" y="18103"/>
                    <a:pt x="-564" y="13404"/>
                    <a:pt x="71" y="8324"/>
                  </a:cubicBezTo>
                  <a:cubicBezTo>
                    <a:pt x="707" y="3244"/>
                    <a:pt x="5405" y="-566"/>
                    <a:pt x="10485" y="69"/>
                  </a:cubicBezTo>
                  <a:cubicBezTo>
                    <a:pt x="16073" y="704"/>
                    <a:pt x="20646" y="2228"/>
                    <a:pt x="23694" y="3879"/>
                  </a:cubicBezTo>
                  <a:cubicBezTo>
                    <a:pt x="23821" y="4006"/>
                    <a:pt x="23947" y="4006"/>
                    <a:pt x="24074" y="4133"/>
                  </a:cubicBezTo>
                  <a:cubicBezTo>
                    <a:pt x="24455" y="4387"/>
                    <a:pt x="24836" y="4641"/>
                    <a:pt x="25090" y="4895"/>
                  </a:cubicBezTo>
                  <a:cubicBezTo>
                    <a:pt x="25217" y="5022"/>
                    <a:pt x="25471" y="5149"/>
                    <a:pt x="25598" y="5276"/>
                  </a:cubicBezTo>
                  <a:cubicBezTo>
                    <a:pt x="28265" y="7562"/>
                    <a:pt x="31440" y="11499"/>
                    <a:pt x="33472" y="15944"/>
                  </a:cubicBezTo>
                  <a:cubicBezTo>
                    <a:pt x="33726" y="16579"/>
                    <a:pt x="33980" y="17341"/>
                    <a:pt x="34108" y="18103"/>
                  </a:cubicBezTo>
                  <a:cubicBezTo>
                    <a:pt x="34996" y="22675"/>
                    <a:pt x="35123" y="27374"/>
                    <a:pt x="34996" y="68014"/>
                  </a:cubicBezTo>
                  <a:cubicBezTo>
                    <a:pt x="34996" y="73221"/>
                    <a:pt x="30805" y="77412"/>
                    <a:pt x="25598" y="77412"/>
                  </a:cubicBezTo>
                  <a:cubicBezTo>
                    <a:pt x="20391" y="77412"/>
                    <a:pt x="16200" y="73221"/>
                    <a:pt x="16200" y="68014"/>
                  </a:cubicBezTo>
                  <a:close/>
                </a:path>
              </a:pathLst>
            </a:custGeom>
            <a:solidFill>
              <a:srgbClr val="007EBD"/>
            </a:solidFill>
          </p:spPr>
        </p:sp>
        <p:sp>
          <p:nvSpPr>
            <p:cNvPr name="Freeform 36" id="36"/>
            <p:cNvSpPr/>
            <p:nvPr/>
          </p:nvSpPr>
          <p:spPr>
            <a:xfrm flipH="false" flipV="false" rot="0">
              <a:off x="7686167" y="3170130"/>
              <a:ext cx="36983" cy="57702"/>
            </a:xfrm>
            <a:custGeom>
              <a:avLst/>
              <a:gdLst/>
              <a:ahLst/>
              <a:cxnLst/>
              <a:rect r="r" b="b" t="t" l="l"/>
              <a:pathLst>
                <a:path h="57702" w="36983">
                  <a:moveTo>
                    <a:pt x="28448" y="18586"/>
                  </a:moveTo>
                  <a:cubicBezTo>
                    <a:pt x="24892" y="18967"/>
                    <a:pt x="21463" y="19983"/>
                    <a:pt x="19685" y="21126"/>
                  </a:cubicBezTo>
                  <a:lnTo>
                    <a:pt x="14859" y="13125"/>
                  </a:lnTo>
                  <a:lnTo>
                    <a:pt x="21336" y="19983"/>
                  </a:lnTo>
                  <a:cubicBezTo>
                    <a:pt x="20828" y="20491"/>
                    <a:pt x="19558" y="22269"/>
                    <a:pt x="18923" y="24174"/>
                  </a:cubicBezTo>
                  <a:lnTo>
                    <a:pt x="10033" y="21126"/>
                  </a:lnTo>
                  <a:lnTo>
                    <a:pt x="19305" y="22396"/>
                  </a:lnTo>
                  <a:cubicBezTo>
                    <a:pt x="19050" y="24047"/>
                    <a:pt x="18923" y="32302"/>
                    <a:pt x="18796" y="48304"/>
                  </a:cubicBezTo>
                  <a:cubicBezTo>
                    <a:pt x="18796" y="53511"/>
                    <a:pt x="14478" y="57702"/>
                    <a:pt x="9398" y="57702"/>
                  </a:cubicBezTo>
                  <a:cubicBezTo>
                    <a:pt x="4318" y="57702"/>
                    <a:pt x="0" y="53384"/>
                    <a:pt x="0" y="48304"/>
                  </a:cubicBezTo>
                  <a:cubicBezTo>
                    <a:pt x="0" y="32937"/>
                    <a:pt x="255" y="23285"/>
                    <a:pt x="635" y="20237"/>
                  </a:cubicBezTo>
                  <a:cubicBezTo>
                    <a:pt x="635" y="20110"/>
                    <a:pt x="635" y="20110"/>
                    <a:pt x="635" y="19983"/>
                  </a:cubicBezTo>
                  <a:cubicBezTo>
                    <a:pt x="762" y="19348"/>
                    <a:pt x="889" y="18840"/>
                    <a:pt x="1016" y="18205"/>
                  </a:cubicBezTo>
                  <a:cubicBezTo>
                    <a:pt x="2540" y="13633"/>
                    <a:pt x="5334" y="9442"/>
                    <a:pt x="7874" y="6902"/>
                  </a:cubicBezTo>
                  <a:cubicBezTo>
                    <a:pt x="8001" y="6775"/>
                    <a:pt x="8255" y="6648"/>
                    <a:pt x="8382" y="6394"/>
                  </a:cubicBezTo>
                  <a:cubicBezTo>
                    <a:pt x="8890" y="6013"/>
                    <a:pt x="9398" y="5505"/>
                    <a:pt x="9906" y="5251"/>
                  </a:cubicBezTo>
                  <a:cubicBezTo>
                    <a:pt x="14732" y="2330"/>
                    <a:pt x="20955" y="552"/>
                    <a:pt x="26797" y="44"/>
                  </a:cubicBezTo>
                  <a:cubicBezTo>
                    <a:pt x="32005" y="-464"/>
                    <a:pt x="36576" y="3473"/>
                    <a:pt x="36957" y="8553"/>
                  </a:cubicBezTo>
                  <a:cubicBezTo>
                    <a:pt x="37338" y="13633"/>
                    <a:pt x="33528" y="18332"/>
                    <a:pt x="28448" y="18713"/>
                  </a:cubicBezTo>
                  <a:close/>
                </a:path>
              </a:pathLst>
            </a:custGeom>
            <a:solidFill>
              <a:srgbClr val="007EBD"/>
            </a:solidFill>
          </p:spPr>
        </p:sp>
        <p:sp>
          <p:nvSpPr>
            <p:cNvPr name="Freeform 37" id="37"/>
            <p:cNvSpPr/>
            <p:nvPr/>
          </p:nvSpPr>
          <p:spPr>
            <a:xfrm flipH="false" flipV="false" rot="0">
              <a:off x="7686096" y="3341934"/>
              <a:ext cx="19827" cy="25796"/>
            </a:xfrm>
            <a:custGeom>
              <a:avLst/>
              <a:gdLst/>
              <a:ahLst/>
              <a:cxnLst/>
              <a:rect r="r" b="b" t="t" l="l"/>
              <a:pathLst>
                <a:path h="25796" w="19827">
                  <a:moveTo>
                    <a:pt x="18867" y="8326"/>
                  </a:moveTo>
                  <a:lnTo>
                    <a:pt x="19756" y="15184"/>
                  </a:lnTo>
                  <a:cubicBezTo>
                    <a:pt x="20391" y="20391"/>
                    <a:pt x="16708" y="25090"/>
                    <a:pt x="11501" y="25725"/>
                  </a:cubicBezTo>
                  <a:cubicBezTo>
                    <a:pt x="6294" y="26360"/>
                    <a:pt x="1595" y="22677"/>
                    <a:pt x="960" y="17470"/>
                  </a:cubicBezTo>
                  <a:lnTo>
                    <a:pt x="71" y="10612"/>
                  </a:lnTo>
                  <a:cubicBezTo>
                    <a:pt x="-564" y="5405"/>
                    <a:pt x="3119" y="706"/>
                    <a:pt x="8326" y="71"/>
                  </a:cubicBezTo>
                  <a:cubicBezTo>
                    <a:pt x="13533" y="-564"/>
                    <a:pt x="18232" y="3119"/>
                    <a:pt x="18867" y="8326"/>
                  </a:cubicBezTo>
                  <a:close/>
                </a:path>
              </a:pathLst>
            </a:custGeom>
            <a:solidFill>
              <a:srgbClr val="007EBD"/>
            </a:solidFill>
          </p:spPr>
        </p:sp>
        <p:sp>
          <p:nvSpPr>
            <p:cNvPr name="Freeform 38" id="38"/>
            <p:cNvSpPr/>
            <p:nvPr/>
          </p:nvSpPr>
          <p:spPr>
            <a:xfrm flipH="false" flipV="false" rot="0">
              <a:off x="7687003" y="3348937"/>
              <a:ext cx="38165" cy="26734"/>
            </a:xfrm>
            <a:custGeom>
              <a:avLst/>
              <a:gdLst/>
              <a:ahLst/>
              <a:cxnLst/>
              <a:rect r="r" b="b" t="t" l="l"/>
              <a:pathLst>
                <a:path h="26734" w="38165">
                  <a:moveTo>
                    <a:pt x="28374" y="26723"/>
                  </a:moveTo>
                  <a:cubicBezTo>
                    <a:pt x="20754" y="26342"/>
                    <a:pt x="14277" y="24564"/>
                    <a:pt x="7927" y="20627"/>
                  </a:cubicBezTo>
                  <a:cubicBezTo>
                    <a:pt x="7419" y="20373"/>
                    <a:pt x="7038" y="19992"/>
                    <a:pt x="6530" y="19611"/>
                  </a:cubicBezTo>
                  <a:lnTo>
                    <a:pt x="2974" y="16309"/>
                  </a:lnTo>
                  <a:cubicBezTo>
                    <a:pt x="-836" y="12753"/>
                    <a:pt x="-963" y="6784"/>
                    <a:pt x="2466" y="2974"/>
                  </a:cubicBezTo>
                  <a:cubicBezTo>
                    <a:pt x="5895" y="-836"/>
                    <a:pt x="11991" y="-963"/>
                    <a:pt x="15801" y="2466"/>
                  </a:cubicBezTo>
                  <a:lnTo>
                    <a:pt x="19357" y="5768"/>
                  </a:lnTo>
                  <a:lnTo>
                    <a:pt x="12880" y="12626"/>
                  </a:lnTo>
                  <a:lnTo>
                    <a:pt x="17960" y="4752"/>
                  </a:lnTo>
                  <a:cubicBezTo>
                    <a:pt x="20881" y="6657"/>
                    <a:pt x="24056" y="7673"/>
                    <a:pt x="29263" y="7927"/>
                  </a:cubicBezTo>
                  <a:cubicBezTo>
                    <a:pt x="34470" y="8181"/>
                    <a:pt x="38407" y="12626"/>
                    <a:pt x="38153" y="17833"/>
                  </a:cubicBezTo>
                  <a:cubicBezTo>
                    <a:pt x="37899" y="23040"/>
                    <a:pt x="33454" y="26977"/>
                    <a:pt x="28247" y="26723"/>
                  </a:cubicBezTo>
                  <a:close/>
                </a:path>
              </a:pathLst>
            </a:custGeom>
            <a:solidFill>
              <a:srgbClr val="007EBD"/>
            </a:solidFill>
          </p:spPr>
        </p:sp>
        <p:sp>
          <p:nvSpPr>
            <p:cNvPr name="Freeform 39" id="39"/>
            <p:cNvSpPr/>
            <p:nvPr/>
          </p:nvSpPr>
          <p:spPr>
            <a:xfrm flipH="false" flipV="false" rot="0">
              <a:off x="7616949" y="3074910"/>
              <a:ext cx="98555" cy="79010"/>
            </a:xfrm>
            <a:custGeom>
              <a:avLst/>
              <a:gdLst/>
              <a:ahLst/>
              <a:cxnLst/>
              <a:rect r="r" b="b" t="t" l="l"/>
              <a:pathLst>
                <a:path h="79010" w="98555">
                  <a:moveTo>
                    <a:pt x="89030" y="18683"/>
                  </a:moveTo>
                  <a:cubicBezTo>
                    <a:pt x="56518" y="18556"/>
                    <a:pt x="48009" y="19445"/>
                    <a:pt x="42802" y="20588"/>
                  </a:cubicBezTo>
                  <a:lnTo>
                    <a:pt x="40770" y="11444"/>
                  </a:lnTo>
                  <a:lnTo>
                    <a:pt x="43945" y="20334"/>
                  </a:lnTo>
                  <a:cubicBezTo>
                    <a:pt x="39881" y="21731"/>
                    <a:pt x="35817" y="23763"/>
                    <a:pt x="31626" y="26557"/>
                  </a:cubicBezTo>
                  <a:lnTo>
                    <a:pt x="26419" y="18810"/>
                  </a:lnTo>
                  <a:lnTo>
                    <a:pt x="32769" y="25795"/>
                  </a:lnTo>
                  <a:cubicBezTo>
                    <a:pt x="28578" y="29732"/>
                    <a:pt x="25149" y="33923"/>
                    <a:pt x="22737" y="37860"/>
                  </a:cubicBezTo>
                  <a:lnTo>
                    <a:pt x="14608" y="33034"/>
                  </a:lnTo>
                  <a:lnTo>
                    <a:pt x="23244" y="36590"/>
                  </a:lnTo>
                  <a:cubicBezTo>
                    <a:pt x="20831" y="42305"/>
                    <a:pt x="19815" y="46369"/>
                    <a:pt x="18926" y="51830"/>
                  </a:cubicBezTo>
                  <a:lnTo>
                    <a:pt x="9655" y="50433"/>
                  </a:lnTo>
                  <a:lnTo>
                    <a:pt x="19053" y="50560"/>
                  </a:lnTo>
                  <a:lnTo>
                    <a:pt x="18799" y="69737"/>
                  </a:lnTo>
                  <a:cubicBezTo>
                    <a:pt x="18673" y="74944"/>
                    <a:pt x="14481" y="79135"/>
                    <a:pt x="9274" y="79008"/>
                  </a:cubicBezTo>
                  <a:cubicBezTo>
                    <a:pt x="4067" y="78881"/>
                    <a:pt x="-124" y="74690"/>
                    <a:pt x="3" y="69483"/>
                  </a:cubicBezTo>
                  <a:lnTo>
                    <a:pt x="257" y="50306"/>
                  </a:lnTo>
                  <a:cubicBezTo>
                    <a:pt x="257" y="49925"/>
                    <a:pt x="257" y="49417"/>
                    <a:pt x="384" y="49036"/>
                  </a:cubicBezTo>
                  <a:cubicBezTo>
                    <a:pt x="1400" y="41924"/>
                    <a:pt x="3051" y="36336"/>
                    <a:pt x="5973" y="29351"/>
                  </a:cubicBezTo>
                  <a:cubicBezTo>
                    <a:pt x="6099" y="28970"/>
                    <a:pt x="6353" y="28462"/>
                    <a:pt x="6607" y="28081"/>
                  </a:cubicBezTo>
                  <a:cubicBezTo>
                    <a:pt x="9909" y="22493"/>
                    <a:pt x="14481" y="16905"/>
                    <a:pt x="19942" y="11825"/>
                  </a:cubicBezTo>
                  <a:cubicBezTo>
                    <a:pt x="20324" y="11444"/>
                    <a:pt x="20704" y="11190"/>
                    <a:pt x="21086" y="10936"/>
                  </a:cubicBezTo>
                  <a:cubicBezTo>
                    <a:pt x="26546" y="7253"/>
                    <a:pt x="32007" y="4586"/>
                    <a:pt x="37595" y="2554"/>
                  </a:cubicBezTo>
                  <a:cubicBezTo>
                    <a:pt x="37976" y="2427"/>
                    <a:pt x="38357" y="2300"/>
                    <a:pt x="38738" y="2300"/>
                  </a:cubicBezTo>
                  <a:cubicBezTo>
                    <a:pt x="46358" y="649"/>
                    <a:pt x="57026" y="-113"/>
                    <a:pt x="89157" y="14"/>
                  </a:cubicBezTo>
                  <a:cubicBezTo>
                    <a:pt x="94364" y="14"/>
                    <a:pt x="98555" y="4205"/>
                    <a:pt x="98555" y="9412"/>
                  </a:cubicBezTo>
                  <a:cubicBezTo>
                    <a:pt x="98555" y="14619"/>
                    <a:pt x="94364" y="18810"/>
                    <a:pt x="89157" y="18810"/>
                  </a:cubicBezTo>
                  <a:close/>
                </a:path>
              </a:pathLst>
            </a:custGeom>
            <a:solidFill>
              <a:srgbClr val="007EBD"/>
            </a:solidFill>
          </p:spPr>
        </p:sp>
        <p:sp>
          <p:nvSpPr>
            <p:cNvPr name="Freeform 40" id="40"/>
            <p:cNvSpPr/>
            <p:nvPr/>
          </p:nvSpPr>
          <p:spPr>
            <a:xfrm flipH="false" flipV="false" rot="0">
              <a:off x="7696453" y="3065907"/>
              <a:ext cx="31277" cy="71663"/>
            </a:xfrm>
            <a:custGeom>
              <a:avLst/>
              <a:gdLst/>
              <a:ahLst/>
              <a:cxnLst/>
              <a:rect r="r" b="b" t="t" l="l"/>
              <a:pathLst>
                <a:path h="71663" w="31277">
                  <a:moveTo>
                    <a:pt x="15241" y="68834"/>
                  </a:moveTo>
                  <a:cubicBezTo>
                    <a:pt x="6859" y="59944"/>
                    <a:pt x="3557" y="55880"/>
                    <a:pt x="1397" y="50546"/>
                  </a:cubicBezTo>
                  <a:cubicBezTo>
                    <a:pt x="1144" y="49784"/>
                    <a:pt x="890" y="49022"/>
                    <a:pt x="762" y="48133"/>
                  </a:cubicBezTo>
                  <a:cubicBezTo>
                    <a:pt x="255" y="43180"/>
                    <a:pt x="0" y="29972"/>
                    <a:pt x="0" y="9398"/>
                  </a:cubicBezTo>
                  <a:cubicBezTo>
                    <a:pt x="0" y="4191"/>
                    <a:pt x="4192" y="0"/>
                    <a:pt x="9398" y="0"/>
                  </a:cubicBezTo>
                  <a:cubicBezTo>
                    <a:pt x="14606" y="0"/>
                    <a:pt x="18797" y="4191"/>
                    <a:pt x="18797" y="9398"/>
                  </a:cubicBezTo>
                  <a:cubicBezTo>
                    <a:pt x="18797" y="30353"/>
                    <a:pt x="19050" y="42291"/>
                    <a:pt x="19432" y="45974"/>
                  </a:cubicBezTo>
                  <a:lnTo>
                    <a:pt x="10034" y="46990"/>
                  </a:lnTo>
                  <a:lnTo>
                    <a:pt x="18797" y="43561"/>
                  </a:lnTo>
                  <a:cubicBezTo>
                    <a:pt x="19432" y="45085"/>
                    <a:pt x="20194" y="46736"/>
                    <a:pt x="28703" y="55753"/>
                  </a:cubicBezTo>
                  <a:cubicBezTo>
                    <a:pt x="32259" y="59563"/>
                    <a:pt x="32132" y="65532"/>
                    <a:pt x="28322" y="69088"/>
                  </a:cubicBezTo>
                  <a:cubicBezTo>
                    <a:pt x="24511" y="72644"/>
                    <a:pt x="18543" y="72517"/>
                    <a:pt x="14986" y="68707"/>
                  </a:cubicBezTo>
                  <a:close/>
                </a:path>
              </a:pathLst>
            </a:custGeom>
            <a:solidFill>
              <a:srgbClr val="007EBD"/>
            </a:solidFill>
          </p:spPr>
        </p:sp>
        <p:sp>
          <p:nvSpPr>
            <p:cNvPr name="Freeform 41" id="41"/>
            <p:cNvSpPr/>
            <p:nvPr/>
          </p:nvSpPr>
          <p:spPr>
            <a:xfrm flipH="false" flipV="false" rot="0">
              <a:off x="7712193" y="3036054"/>
              <a:ext cx="28238" cy="89970"/>
            </a:xfrm>
            <a:custGeom>
              <a:avLst/>
              <a:gdLst/>
              <a:ahLst/>
              <a:cxnLst/>
              <a:rect r="r" b="b" t="t" l="l"/>
              <a:pathLst>
                <a:path h="89970" w="28238">
                  <a:moveTo>
                    <a:pt x="14741" y="1659"/>
                  </a:moveTo>
                  <a:cubicBezTo>
                    <a:pt x="19567" y="4961"/>
                    <a:pt x="24393" y="9660"/>
                    <a:pt x="26679" y="15502"/>
                  </a:cubicBezTo>
                  <a:cubicBezTo>
                    <a:pt x="26933" y="16010"/>
                    <a:pt x="27059" y="16518"/>
                    <a:pt x="27187" y="17026"/>
                  </a:cubicBezTo>
                  <a:cubicBezTo>
                    <a:pt x="27314" y="17534"/>
                    <a:pt x="27314" y="17788"/>
                    <a:pt x="27314" y="18042"/>
                  </a:cubicBezTo>
                  <a:cubicBezTo>
                    <a:pt x="28330" y="25154"/>
                    <a:pt x="28584" y="72144"/>
                    <a:pt x="27695" y="81415"/>
                  </a:cubicBezTo>
                  <a:cubicBezTo>
                    <a:pt x="27187" y="86622"/>
                    <a:pt x="22615" y="90432"/>
                    <a:pt x="17534" y="89924"/>
                  </a:cubicBezTo>
                  <a:cubicBezTo>
                    <a:pt x="12455" y="89416"/>
                    <a:pt x="8518" y="84844"/>
                    <a:pt x="9026" y="79764"/>
                  </a:cubicBezTo>
                  <a:cubicBezTo>
                    <a:pt x="9788" y="71382"/>
                    <a:pt x="9534" y="25916"/>
                    <a:pt x="8772" y="20709"/>
                  </a:cubicBezTo>
                  <a:cubicBezTo>
                    <a:pt x="8772" y="20709"/>
                    <a:pt x="8772" y="20963"/>
                    <a:pt x="8772" y="20963"/>
                  </a:cubicBezTo>
                  <a:lnTo>
                    <a:pt x="17916" y="18931"/>
                  </a:lnTo>
                  <a:lnTo>
                    <a:pt x="9153" y="22487"/>
                  </a:lnTo>
                  <a:cubicBezTo>
                    <a:pt x="8645" y="21344"/>
                    <a:pt x="7121" y="19312"/>
                    <a:pt x="4072" y="17153"/>
                  </a:cubicBezTo>
                  <a:cubicBezTo>
                    <a:pt x="-245" y="14232"/>
                    <a:pt x="-1261" y="8390"/>
                    <a:pt x="1659" y="4072"/>
                  </a:cubicBezTo>
                  <a:cubicBezTo>
                    <a:pt x="4581" y="-246"/>
                    <a:pt x="10422" y="-1262"/>
                    <a:pt x="14741" y="1659"/>
                  </a:cubicBezTo>
                  <a:close/>
                </a:path>
              </a:pathLst>
            </a:custGeom>
            <a:solidFill>
              <a:srgbClr val="007EBD"/>
            </a:solidFill>
          </p:spPr>
        </p:sp>
        <p:sp>
          <p:nvSpPr>
            <p:cNvPr name="Freeform 42" id="42"/>
            <p:cNvSpPr/>
            <p:nvPr/>
          </p:nvSpPr>
          <p:spPr>
            <a:xfrm flipH="false" flipV="false" rot="0">
              <a:off x="7881949" y="3042978"/>
              <a:ext cx="31294" cy="93593"/>
            </a:xfrm>
            <a:custGeom>
              <a:avLst/>
              <a:gdLst/>
              <a:ahLst/>
              <a:cxnLst/>
              <a:rect r="r" b="b" t="t" l="l"/>
              <a:pathLst>
                <a:path h="93593" w="31294">
                  <a:moveTo>
                    <a:pt x="30532" y="8324"/>
                  </a:moveTo>
                  <a:cubicBezTo>
                    <a:pt x="31167" y="14420"/>
                    <a:pt x="31294" y="20008"/>
                    <a:pt x="31294" y="61410"/>
                  </a:cubicBezTo>
                  <a:cubicBezTo>
                    <a:pt x="31294" y="61537"/>
                    <a:pt x="31294" y="61664"/>
                    <a:pt x="31294" y="61918"/>
                  </a:cubicBezTo>
                  <a:cubicBezTo>
                    <a:pt x="30914" y="69157"/>
                    <a:pt x="30151" y="73983"/>
                    <a:pt x="27484" y="79190"/>
                  </a:cubicBezTo>
                  <a:cubicBezTo>
                    <a:pt x="27103" y="79825"/>
                    <a:pt x="26723" y="80460"/>
                    <a:pt x="26341" y="80968"/>
                  </a:cubicBezTo>
                  <a:cubicBezTo>
                    <a:pt x="24309" y="83381"/>
                    <a:pt x="20500" y="86937"/>
                    <a:pt x="15674" y="91255"/>
                  </a:cubicBezTo>
                  <a:cubicBezTo>
                    <a:pt x="11737" y="94684"/>
                    <a:pt x="5767" y="94303"/>
                    <a:pt x="2339" y="90366"/>
                  </a:cubicBezTo>
                  <a:cubicBezTo>
                    <a:pt x="-1091" y="86429"/>
                    <a:pt x="-710" y="80460"/>
                    <a:pt x="3227" y="77031"/>
                  </a:cubicBezTo>
                  <a:cubicBezTo>
                    <a:pt x="8307" y="72586"/>
                    <a:pt x="10975" y="69919"/>
                    <a:pt x="11990" y="68903"/>
                  </a:cubicBezTo>
                  <a:lnTo>
                    <a:pt x="19229" y="74999"/>
                  </a:lnTo>
                  <a:lnTo>
                    <a:pt x="10848" y="70681"/>
                  </a:lnTo>
                  <a:cubicBezTo>
                    <a:pt x="11737" y="68903"/>
                    <a:pt x="12371" y="66998"/>
                    <a:pt x="12626" y="61029"/>
                  </a:cubicBezTo>
                  <a:lnTo>
                    <a:pt x="22024" y="61537"/>
                  </a:lnTo>
                  <a:lnTo>
                    <a:pt x="12626" y="61537"/>
                  </a:lnTo>
                  <a:cubicBezTo>
                    <a:pt x="12626" y="19500"/>
                    <a:pt x="12499" y="15436"/>
                    <a:pt x="11990" y="10483"/>
                  </a:cubicBezTo>
                  <a:cubicBezTo>
                    <a:pt x="11482" y="5276"/>
                    <a:pt x="15165" y="704"/>
                    <a:pt x="20373" y="69"/>
                  </a:cubicBezTo>
                  <a:cubicBezTo>
                    <a:pt x="25579" y="-566"/>
                    <a:pt x="30151" y="3244"/>
                    <a:pt x="30787" y="8451"/>
                  </a:cubicBezTo>
                  <a:close/>
                </a:path>
              </a:pathLst>
            </a:custGeom>
            <a:solidFill>
              <a:srgbClr val="007EBD"/>
            </a:solidFill>
          </p:spPr>
        </p:sp>
        <p:sp>
          <p:nvSpPr>
            <p:cNvPr name="Freeform 43" id="43"/>
            <p:cNvSpPr/>
            <p:nvPr/>
          </p:nvSpPr>
          <p:spPr>
            <a:xfrm flipH="false" flipV="false" rot="0">
              <a:off x="7831582" y="3251469"/>
              <a:ext cx="232839" cy="231519"/>
            </a:xfrm>
            <a:custGeom>
              <a:avLst/>
              <a:gdLst/>
              <a:ahLst/>
              <a:cxnLst/>
              <a:rect r="r" b="b" t="t" l="l"/>
              <a:pathLst>
                <a:path h="231519" w="232839">
                  <a:moveTo>
                    <a:pt x="172593" y="217409"/>
                  </a:moveTo>
                  <a:cubicBezTo>
                    <a:pt x="162560" y="222362"/>
                    <a:pt x="153162" y="225918"/>
                    <a:pt x="142875" y="228712"/>
                  </a:cubicBezTo>
                  <a:cubicBezTo>
                    <a:pt x="142621" y="228839"/>
                    <a:pt x="142240" y="228839"/>
                    <a:pt x="141986" y="228966"/>
                  </a:cubicBezTo>
                  <a:cubicBezTo>
                    <a:pt x="131064" y="230871"/>
                    <a:pt x="122301" y="231633"/>
                    <a:pt x="109347" y="231506"/>
                  </a:cubicBezTo>
                  <a:cubicBezTo>
                    <a:pt x="108966" y="231506"/>
                    <a:pt x="108712" y="231506"/>
                    <a:pt x="108331" y="231506"/>
                  </a:cubicBezTo>
                  <a:cubicBezTo>
                    <a:pt x="97409" y="230236"/>
                    <a:pt x="86360" y="227823"/>
                    <a:pt x="76200" y="224648"/>
                  </a:cubicBezTo>
                  <a:cubicBezTo>
                    <a:pt x="75946" y="224521"/>
                    <a:pt x="75565" y="224394"/>
                    <a:pt x="75311" y="224267"/>
                  </a:cubicBezTo>
                  <a:cubicBezTo>
                    <a:pt x="64770" y="219695"/>
                    <a:pt x="55372" y="214488"/>
                    <a:pt x="46101" y="208138"/>
                  </a:cubicBezTo>
                  <a:cubicBezTo>
                    <a:pt x="45847" y="208011"/>
                    <a:pt x="45593" y="207757"/>
                    <a:pt x="45339" y="207630"/>
                  </a:cubicBezTo>
                  <a:cubicBezTo>
                    <a:pt x="37338" y="200899"/>
                    <a:pt x="29845" y="193406"/>
                    <a:pt x="21971" y="183627"/>
                  </a:cubicBezTo>
                  <a:cubicBezTo>
                    <a:pt x="21717" y="183373"/>
                    <a:pt x="21590" y="183119"/>
                    <a:pt x="21463" y="182865"/>
                  </a:cubicBezTo>
                  <a:cubicBezTo>
                    <a:pt x="15875" y="174483"/>
                    <a:pt x="10414" y="163942"/>
                    <a:pt x="6477" y="154163"/>
                  </a:cubicBezTo>
                  <a:cubicBezTo>
                    <a:pt x="6350" y="153909"/>
                    <a:pt x="6223" y="153528"/>
                    <a:pt x="6223" y="153274"/>
                  </a:cubicBezTo>
                  <a:cubicBezTo>
                    <a:pt x="3302" y="143241"/>
                    <a:pt x="1016" y="131049"/>
                    <a:pt x="0" y="119619"/>
                  </a:cubicBezTo>
                  <a:cubicBezTo>
                    <a:pt x="0" y="119365"/>
                    <a:pt x="0" y="118984"/>
                    <a:pt x="0" y="118730"/>
                  </a:cubicBezTo>
                  <a:cubicBezTo>
                    <a:pt x="127" y="106919"/>
                    <a:pt x="1397" y="96124"/>
                    <a:pt x="3429" y="85964"/>
                  </a:cubicBezTo>
                  <a:cubicBezTo>
                    <a:pt x="3429" y="85710"/>
                    <a:pt x="3556" y="85329"/>
                    <a:pt x="3683" y="85075"/>
                  </a:cubicBezTo>
                  <a:cubicBezTo>
                    <a:pt x="7112" y="74153"/>
                    <a:pt x="10922" y="65009"/>
                    <a:pt x="16637" y="54595"/>
                  </a:cubicBezTo>
                  <a:cubicBezTo>
                    <a:pt x="16764" y="54341"/>
                    <a:pt x="17018" y="54087"/>
                    <a:pt x="17145" y="53706"/>
                  </a:cubicBezTo>
                  <a:cubicBezTo>
                    <a:pt x="23241" y="45070"/>
                    <a:pt x="30480" y="36434"/>
                    <a:pt x="38735" y="28560"/>
                  </a:cubicBezTo>
                  <a:cubicBezTo>
                    <a:pt x="38989" y="28306"/>
                    <a:pt x="39116" y="28179"/>
                    <a:pt x="39370" y="28052"/>
                  </a:cubicBezTo>
                  <a:cubicBezTo>
                    <a:pt x="46736" y="22210"/>
                    <a:pt x="56769" y="15606"/>
                    <a:pt x="66929" y="10399"/>
                  </a:cubicBezTo>
                  <a:cubicBezTo>
                    <a:pt x="67183" y="10272"/>
                    <a:pt x="67437" y="10145"/>
                    <a:pt x="67691" y="10018"/>
                  </a:cubicBezTo>
                  <a:cubicBezTo>
                    <a:pt x="77724" y="5954"/>
                    <a:pt x="88392" y="2906"/>
                    <a:pt x="98806" y="874"/>
                  </a:cubicBezTo>
                  <a:cubicBezTo>
                    <a:pt x="99060" y="874"/>
                    <a:pt x="99441" y="747"/>
                    <a:pt x="99695" y="747"/>
                  </a:cubicBezTo>
                  <a:cubicBezTo>
                    <a:pt x="111252" y="-269"/>
                    <a:pt x="122555" y="-269"/>
                    <a:pt x="133223" y="874"/>
                  </a:cubicBezTo>
                  <a:cubicBezTo>
                    <a:pt x="133477" y="874"/>
                    <a:pt x="133858" y="1001"/>
                    <a:pt x="134112" y="1001"/>
                  </a:cubicBezTo>
                  <a:cubicBezTo>
                    <a:pt x="146050" y="3414"/>
                    <a:pt x="156972" y="6843"/>
                    <a:pt x="167259" y="11034"/>
                  </a:cubicBezTo>
                  <a:cubicBezTo>
                    <a:pt x="167513" y="11161"/>
                    <a:pt x="167767" y="11288"/>
                    <a:pt x="168021" y="11415"/>
                  </a:cubicBezTo>
                  <a:cubicBezTo>
                    <a:pt x="177800" y="16622"/>
                    <a:pt x="187071" y="22845"/>
                    <a:pt x="195707" y="29957"/>
                  </a:cubicBezTo>
                  <a:cubicBezTo>
                    <a:pt x="195961" y="30211"/>
                    <a:pt x="196215" y="30338"/>
                    <a:pt x="196469" y="30592"/>
                  </a:cubicBezTo>
                  <a:cubicBezTo>
                    <a:pt x="204089" y="38339"/>
                    <a:pt x="210693" y="46340"/>
                    <a:pt x="217424" y="56754"/>
                  </a:cubicBezTo>
                  <a:cubicBezTo>
                    <a:pt x="217551" y="57008"/>
                    <a:pt x="217805" y="57389"/>
                    <a:pt x="217932" y="57643"/>
                  </a:cubicBezTo>
                  <a:cubicBezTo>
                    <a:pt x="223393" y="68438"/>
                    <a:pt x="227330" y="78979"/>
                    <a:pt x="230251" y="89901"/>
                  </a:cubicBezTo>
                  <a:cubicBezTo>
                    <a:pt x="230378" y="90155"/>
                    <a:pt x="230378" y="90536"/>
                    <a:pt x="230505" y="90790"/>
                  </a:cubicBezTo>
                  <a:cubicBezTo>
                    <a:pt x="232283" y="101712"/>
                    <a:pt x="233045" y="112380"/>
                    <a:pt x="232791" y="124826"/>
                  </a:cubicBezTo>
                  <a:cubicBezTo>
                    <a:pt x="232791" y="125207"/>
                    <a:pt x="232791" y="125461"/>
                    <a:pt x="232664" y="125842"/>
                  </a:cubicBezTo>
                  <a:cubicBezTo>
                    <a:pt x="231267" y="137018"/>
                    <a:pt x="228854" y="147178"/>
                    <a:pt x="225298" y="157592"/>
                  </a:cubicBezTo>
                  <a:cubicBezTo>
                    <a:pt x="225171" y="157846"/>
                    <a:pt x="225044" y="158227"/>
                    <a:pt x="224917" y="158481"/>
                  </a:cubicBezTo>
                  <a:cubicBezTo>
                    <a:pt x="220472" y="168260"/>
                    <a:pt x="214884" y="178039"/>
                    <a:pt x="208915" y="186548"/>
                  </a:cubicBezTo>
                  <a:cubicBezTo>
                    <a:pt x="208788" y="186802"/>
                    <a:pt x="208534" y="187056"/>
                    <a:pt x="208407" y="187310"/>
                  </a:cubicBezTo>
                  <a:cubicBezTo>
                    <a:pt x="200914" y="195946"/>
                    <a:pt x="193548" y="203058"/>
                    <a:pt x="183769" y="210678"/>
                  </a:cubicBezTo>
                  <a:cubicBezTo>
                    <a:pt x="183515" y="210932"/>
                    <a:pt x="183261" y="211059"/>
                    <a:pt x="183007" y="211313"/>
                  </a:cubicBezTo>
                  <a:lnTo>
                    <a:pt x="173482" y="217282"/>
                  </a:lnTo>
                  <a:cubicBezTo>
                    <a:pt x="169037" y="220076"/>
                    <a:pt x="163195" y="218679"/>
                    <a:pt x="160528" y="214234"/>
                  </a:cubicBezTo>
                  <a:cubicBezTo>
                    <a:pt x="157861" y="209789"/>
                    <a:pt x="159131" y="203947"/>
                    <a:pt x="163576" y="201280"/>
                  </a:cubicBezTo>
                  <a:lnTo>
                    <a:pt x="173101" y="195311"/>
                  </a:lnTo>
                  <a:lnTo>
                    <a:pt x="178054" y="203312"/>
                  </a:lnTo>
                  <a:lnTo>
                    <a:pt x="172212" y="195946"/>
                  </a:lnTo>
                  <a:cubicBezTo>
                    <a:pt x="180975" y="189088"/>
                    <a:pt x="187452" y="182865"/>
                    <a:pt x="194183" y="175118"/>
                  </a:cubicBezTo>
                  <a:lnTo>
                    <a:pt x="201295" y="181214"/>
                  </a:lnTo>
                  <a:lnTo>
                    <a:pt x="193675" y="175753"/>
                  </a:lnTo>
                  <a:cubicBezTo>
                    <a:pt x="199009" y="168260"/>
                    <a:pt x="203962" y="159497"/>
                    <a:pt x="207899" y="150861"/>
                  </a:cubicBezTo>
                  <a:lnTo>
                    <a:pt x="216535" y="154671"/>
                  </a:lnTo>
                  <a:lnTo>
                    <a:pt x="207645" y="151623"/>
                  </a:lnTo>
                  <a:cubicBezTo>
                    <a:pt x="210693" y="142352"/>
                    <a:pt x="212852" y="133462"/>
                    <a:pt x="214122" y="123429"/>
                  </a:cubicBezTo>
                  <a:lnTo>
                    <a:pt x="223520" y="124699"/>
                  </a:lnTo>
                  <a:lnTo>
                    <a:pt x="214122" y="124445"/>
                  </a:lnTo>
                  <a:cubicBezTo>
                    <a:pt x="214376" y="113142"/>
                    <a:pt x="213741" y="103744"/>
                    <a:pt x="212090" y="93965"/>
                  </a:cubicBezTo>
                  <a:lnTo>
                    <a:pt x="221361" y="92441"/>
                  </a:lnTo>
                  <a:lnTo>
                    <a:pt x="212217" y="94854"/>
                  </a:lnTo>
                  <a:cubicBezTo>
                    <a:pt x="209550" y="85202"/>
                    <a:pt x="206121" y="75804"/>
                    <a:pt x="201168" y="66152"/>
                  </a:cubicBezTo>
                  <a:lnTo>
                    <a:pt x="209550" y="61961"/>
                  </a:lnTo>
                  <a:lnTo>
                    <a:pt x="201676" y="67041"/>
                  </a:lnTo>
                  <a:cubicBezTo>
                    <a:pt x="195580" y="57643"/>
                    <a:pt x="189865" y="50658"/>
                    <a:pt x="183134" y="43927"/>
                  </a:cubicBezTo>
                  <a:lnTo>
                    <a:pt x="189865" y="37323"/>
                  </a:lnTo>
                  <a:lnTo>
                    <a:pt x="183896" y="44562"/>
                  </a:lnTo>
                  <a:cubicBezTo>
                    <a:pt x="176149" y="38212"/>
                    <a:pt x="168021" y="32751"/>
                    <a:pt x="159258" y="28052"/>
                  </a:cubicBezTo>
                  <a:lnTo>
                    <a:pt x="163703" y="19797"/>
                  </a:lnTo>
                  <a:lnTo>
                    <a:pt x="160020" y="28433"/>
                  </a:lnTo>
                  <a:cubicBezTo>
                    <a:pt x="150876" y="24623"/>
                    <a:pt x="141224" y="21575"/>
                    <a:pt x="130429" y="19416"/>
                  </a:cubicBezTo>
                  <a:lnTo>
                    <a:pt x="132334" y="10145"/>
                  </a:lnTo>
                  <a:lnTo>
                    <a:pt x="131318" y="19543"/>
                  </a:lnTo>
                  <a:cubicBezTo>
                    <a:pt x="121920" y="18527"/>
                    <a:pt x="111887" y="18527"/>
                    <a:pt x="101473" y="19416"/>
                  </a:cubicBezTo>
                  <a:lnTo>
                    <a:pt x="100584" y="10018"/>
                  </a:lnTo>
                  <a:lnTo>
                    <a:pt x="102362" y="19289"/>
                  </a:lnTo>
                  <a:cubicBezTo>
                    <a:pt x="93091" y="21067"/>
                    <a:pt x="83566" y="23861"/>
                    <a:pt x="74676" y="27417"/>
                  </a:cubicBezTo>
                  <a:lnTo>
                    <a:pt x="71120" y="18654"/>
                  </a:lnTo>
                  <a:lnTo>
                    <a:pt x="75438" y="27036"/>
                  </a:lnTo>
                  <a:cubicBezTo>
                    <a:pt x="66294" y="31735"/>
                    <a:pt x="57404" y="37577"/>
                    <a:pt x="51054" y="42657"/>
                  </a:cubicBezTo>
                  <a:lnTo>
                    <a:pt x="45212" y="35291"/>
                  </a:lnTo>
                  <a:lnTo>
                    <a:pt x="51689" y="42149"/>
                  </a:lnTo>
                  <a:cubicBezTo>
                    <a:pt x="44450" y="49134"/>
                    <a:pt x="37846" y="56881"/>
                    <a:pt x="32512" y="64501"/>
                  </a:cubicBezTo>
                  <a:lnTo>
                    <a:pt x="24765" y="59167"/>
                  </a:lnTo>
                  <a:lnTo>
                    <a:pt x="33020" y="63739"/>
                  </a:lnTo>
                  <a:cubicBezTo>
                    <a:pt x="27940" y="73010"/>
                    <a:pt x="24638" y="80884"/>
                    <a:pt x="21590" y="90790"/>
                  </a:cubicBezTo>
                  <a:lnTo>
                    <a:pt x="12573" y="87996"/>
                  </a:lnTo>
                  <a:lnTo>
                    <a:pt x="21844" y="89901"/>
                  </a:lnTo>
                  <a:cubicBezTo>
                    <a:pt x="20066" y="98664"/>
                    <a:pt x="18923" y="108443"/>
                    <a:pt x="18796" y="118984"/>
                  </a:cubicBezTo>
                  <a:lnTo>
                    <a:pt x="9398" y="118857"/>
                  </a:lnTo>
                  <a:lnTo>
                    <a:pt x="18796" y="118095"/>
                  </a:lnTo>
                  <a:cubicBezTo>
                    <a:pt x="19685" y="128382"/>
                    <a:pt x="21717" y="139304"/>
                    <a:pt x="24384" y="148067"/>
                  </a:cubicBezTo>
                  <a:lnTo>
                    <a:pt x="15367" y="150734"/>
                  </a:lnTo>
                  <a:lnTo>
                    <a:pt x="24130" y="147178"/>
                  </a:lnTo>
                  <a:cubicBezTo>
                    <a:pt x="27559" y="155814"/>
                    <a:pt x="32512" y="165085"/>
                    <a:pt x="37338" y="172451"/>
                  </a:cubicBezTo>
                  <a:lnTo>
                    <a:pt x="29464" y="177658"/>
                  </a:lnTo>
                  <a:lnTo>
                    <a:pt x="36830" y="171689"/>
                  </a:lnTo>
                  <a:cubicBezTo>
                    <a:pt x="44069" y="180579"/>
                    <a:pt x="50673" y="187183"/>
                    <a:pt x="57658" y="193025"/>
                  </a:cubicBezTo>
                  <a:lnTo>
                    <a:pt x="51562" y="200264"/>
                  </a:lnTo>
                  <a:lnTo>
                    <a:pt x="56896" y="192517"/>
                  </a:lnTo>
                  <a:cubicBezTo>
                    <a:pt x="65151" y="198232"/>
                    <a:pt x="73533" y="202804"/>
                    <a:pt x="82931" y="206868"/>
                  </a:cubicBezTo>
                  <a:lnTo>
                    <a:pt x="79248" y="215504"/>
                  </a:lnTo>
                  <a:lnTo>
                    <a:pt x="82169" y="206487"/>
                  </a:lnTo>
                  <a:cubicBezTo>
                    <a:pt x="91186" y="209408"/>
                    <a:pt x="100965" y="211440"/>
                    <a:pt x="110744" y="212583"/>
                  </a:cubicBezTo>
                  <a:lnTo>
                    <a:pt x="109728" y="221981"/>
                  </a:lnTo>
                  <a:lnTo>
                    <a:pt x="109855" y="212583"/>
                  </a:lnTo>
                  <a:cubicBezTo>
                    <a:pt x="121793" y="212710"/>
                    <a:pt x="129413" y="212075"/>
                    <a:pt x="139065" y="210424"/>
                  </a:cubicBezTo>
                  <a:lnTo>
                    <a:pt x="140716" y="219695"/>
                  </a:lnTo>
                  <a:lnTo>
                    <a:pt x="138176" y="210551"/>
                  </a:lnTo>
                  <a:cubicBezTo>
                    <a:pt x="147320" y="208011"/>
                    <a:pt x="155575" y="204836"/>
                    <a:pt x="164465" y="200518"/>
                  </a:cubicBezTo>
                  <a:cubicBezTo>
                    <a:pt x="169164" y="198232"/>
                    <a:pt x="174752" y="200137"/>
                    <a:pt x="177038" y="204836"/>
                  </a:cubicBezTo>
                  <a:cubicBezTo>
                    <a:pt x="179324" y="209535"/>
                    <a:pt x="177419" y="215123"/>
                    <a:pt x="172720" y="217409"/>
                  </a:cubicBezTo>
                  <a:close/>
                </a:path>
              </a:pathLst>
            </a:custGeom>
            <a:solidFill>
              <a:srgbClr val="007EBD"/>
            </a:solidFill>
          </p:spPr>
        </p:sp>
        <p:sp>
          <p:nvSpPr>
            <p:cNvPr name="Freeform 44" id="44"/>
            <p:cNvSpPr/>
            <p:nvPr/>
          </p:nvSpPr>
          <p:spPr>
            <a:xfrm flipH="false" flipV="false" rot="0">
              <a:off x="7617330" y="3370958"/>
              <a:ext cx="84207" cy="69221"/>
            </a:xfrm>
            <a:custGeom>
              <a:avLst/>
              <a:gdLst/>
              <a:ahLst/>
              <a:cxnLst/>
              <a:rect r="r" b="b" t="t" l="l"/>
              <a:pathLst>
                <a:path h="69221" w="84207">
                  <a:moveTo>
                    <a:pt x="18545" y="9147"/>
                  </a:moveTo>
                  <a:cubicBezTo>
                    <a:pt x="18799" y="16513"/>
                    <a:pt x="19307" y="20450"/>
                    <a:pt x="20831" y="26165"/>
                  </a:cubicBezTo>
                  <a:lnTo>
                    <a:pt x="11687" y="28578"/>
                  </a:lnTo>
                  <a:lnTo>
                    <a:pt x="20450" y="25022"/>
                  </a:lnTo>
                  <a:cubicBezTo>
                    <a:pt x="22101" y="29213"/>
                    <a:pt x="24641" y="33531"/>
                    <a:pt x="26546" y="36198"/>
                  </a:cubicBezTo>
                  <a:lnTo>
                    <a:pt x="18926" y="41659"/>
                  </a:lnTo>
                  <a:lnTo>
                    <a:pt x="25911" y="35309"/>
                  </a:lnTo>
                  <a:cubicBezTo>
                    <a:pt x="29594" y="39373"/>
                    <a:pt x="33785" y="42802"/>
                    <a:pt x="38103" y="45596"/>
                  </a:cubicBezTo>
                  <a:lnTo>
                    <a:pt x="33023" y="53470"/>
                  </a:lnTo>
                  <a:lnTo>
                    <a:pt x="37214" y="44961"/>
                  </a:lnTo>
                  <a:cubicBezTo>
                    <a:pt x="41151" y="46866"/>
                    <a:pt x="49660" y="49533"/>
                    <a:pt x="55121" y="50168"/>
                  </a:cubicBezTo>
                  <a:lnTo>
                    <a:pt x="53978" y="59566"/>
                  </a:lnTo>
                  <a:lnTo>
                    <a:pt x="54105" y="50168"/>
                  </a:lnTo>
                  <a:lnTo>
                    <a:pt x="74933" y="50422"/>
                  </a:lnTo>
                  <a:cubicBezTo>
                    <a:pt x="80140" y="50422"/>
                    <a:pt x="84331" y="54740"/>
                    <a:pt x="84204" y="59947"/>
                  </a:cubicBezTo>
                  <a:cubicBezTo>
                    <a:pt x="84077" y="65154"/>
                    <a:pt x="79886" y="69345"/>
                    <a:pt x="74679" y="69218"/>
                  </a:cubicBezTo>
                  <a:lnTo>
                    <a:pt x="53851" y="68964"/>
                  </a:lnTo>
                  <a:cubicBezTo>
                    <a:pt x="53470" y="68964"/>
                    <a:pt x="53089" y="68964"/>
                    <a:pt x="52708" y="68837"/>
                  </a:cubicBezTo>
                  <a:cubicBezTo>
                    <a:pt x="45215" y="67948"/>
                    <a:pt x="34674" y="64646"/>
                    <a:pt x="28959" y="61852"/>
                  </a:cubicBezTo>
                  <a:cubicBezTo>
                    <a:pt x="28578" y="61725"/>
                    <a:pt x="28324" y="61471"/>
                    <a:pt x="27943" y="61344"/>
                  </a:cubicBezTo>
                  <a:cubicBezTo>
                    <a:pt x="22228" y="57661"/>
                    <a:pt x="16894" y="53089"/>
                    <a:pt x="12195" y="48009"/>
                  </a:cubicBezTo>
                  <a:cubicBezTo>
                    <a:pt x="11941" y="47755"/>
                    <a:pt x="11687" y="47501"/>
                    <a:pt x="11560" y="47120"/>
                  </a:cubicBezTo>
                  <a:cubicBezTo>
                    <a:pt x="8766" y="43183"/>
                    <a:pt x="5591" y="37595"/>
                    <a:pt x="3305" y="32007"/>
                  </a:cubicBezTo>
                  <a:cubicBezTo>
                    <a:pt x="3178" y="31626"/>
                    <a:pt x="3051" y="31245"/>
                    <a:pt x="2924" y="30864"/>
                  </a:cubicBezTo>
                  <a:cubicBezTo>
                    <a:pt x="1019" y="23625"/>
                    <a:pt x="257" y="18164"/>
                    <a:pt x="3" y="9655"/>
                  </a:cubicBezTo>
                  <a:cubicBezTo>
                    <a:pt x="-124" y="4448"/>
                    <a:pt x="3940" y="130"/>
                    <a:pt x="9147" y="3"/>
                  </a:cubicBezTo>
                  <a:cubicBezTo>
                    <a:pt x="14354" y="-124"/>
                    <a:pt x="18672" y="3940"/>
                    <a:pt x="18799" y="9147"/>
                  </a:cubicBezTo>
                  <a:close/>
                </a:path>
              </a:pathLst>
            </a:custGeom>
            <a:solidFill>
              <a:srgbClr val="007EBD"/>
            </a:solidFill>
          </p:spPr>
        </p:sp>
        <p:sp>
          <p:nvSpPr>
            <p:cNvPr name="Freeform 45" id="45"/>
            <p:cNvSpPr/>
            <p:nvPr/>
          </p:nvSpPr>
          <p:spPr>
            <a:xfrm flipH="false" flipV="false" rot="0">
              <a:off x="7894575" y="3074670"/>
              <a:ext cx="97919" cy="68583"/>
            </a:xfrm>
            <a:custGeom>
              <a:avLst/>
              <a:gdLst/>
              <a:ahLst/>
              <a:cxnLst/>
              <a:rect r="r" b="b" t="t" l="l"/>
              <a:pathLst>
                <a:path h="68583" w="97919">
                  <a:moveTo>
                    <a:pt x="78993" y="59436"/>
                  </a:moveTo>
                  <a:cubicBezTo>
                    <a:pt x="78739" y="52070"/>
                    <a:pt x="77977" y="46228"/>
                    <a:pt x="76453" y="40640"/>
                  </a:cubicBezTo>
                  <a:lnTo>
                    <a:pt x="85598" y="38227"/>
                  </a:lnTo>
                  <a:lnTo>
                    <a:pt x="76962" y="41910"/>
                  </a:lnTo>
                  <a:cubicBezTo>
                    <a:pt x="75311" y="37846"/>
                    <a:pt x="72770" y="33782"/>
                    <a:pt x="69468" y="29718"/>
                  </a:cubicBezTo>
                  <a:lnTo>
                    <a:pt x="76707" y="23749"/>
                  </a:lnTo>
                  <a:lnTo>
                    <a:pt x="70103" y="30480"/>
                  </a:lnTo>
                  <a:cubicBezTo>
                    <a:pt x="66293" y="26797"/>
                    <a:pt x="62102" y="23749"/>
                    <a:pt x="58165" y="21717"/>
                  </a:cubicBezTo>
                  <a:lnTo>
                    <a:pt x="62483" y="13335"/>
                  </a:lnTo>
                  <a:lnTo>
                    <a:pt x="59308" y="22225"/>
                  </a:lnTo>
                  <a:cubicBezTo>
                    <a:pt x="55117" y="20701"/>
                    <a:pt x="50926" y="19812"/>
                    <a:pt x="46736" y="19177"/>
                  </a:cubicBezTo>
                  <a:lnTo>
                    <a:pt x="48005" y="9906"/>
                  </a:lnTo>
                  <a:lnTo>
                    <a:pt x="47625" y="19304"/>
                  </a:lnTo>
                  <a:cubicBezTo>
                    <a:pt x="41528" y="19050"/>
                    <a:pt x="28828" y="18796"/>
                    <a:pt x="9398" y="18796"/>
                  </a:cubicBezTo>
                  <a:cubicBezTo>
                    <a:pt x="4190" y="18796"/>
                    <a:pt x="0" y="14605"/>
                    <a:pt x="0" y="9398"/>
                  </a:cubicBezTo>
                  <a:cubicBezTo>
                    <a:pt x="0" y="4191"/>
                    <a:pt x="4190" y="0"/>
                    <a:pt x="9398" y="0"/>
                  </a:cubicBezTo>
                  <a:cubicBezTo>
                    <a:pt x="28701" y="0"/>
                    <a:pt x="41782" y="127"/>
                    <a:pt x="48513" y="508"/>
                  </a:cubicBezTo>
                  <a:cubicBezTo>
                    <a:pt x="48767" y="508"/>
                    <a:pt x="49149" y="508"/>
                    <a:pt x="49402" y="635"/>
                  </a:cubicBezTo>
                  <a:cubicBezTo>
                    <a:pt x="54737" y="1397"/>
                    <a:pt x="60198" y="2667"/>
                    <a:pt x="65658" y="4572"/>
                  </a:cubicBezTo>
                  <a:cubicBezTo>
                    <a:pt x="66039" y="4699"/>
                    <a:pt x="66420" y="4826"/>
                    <a:pt x="66801" y="5080"/>
                  </a:cubicBezTo>
                  <a:cubicBezTo>
                    <a:pt x="72643" y="8001"/>
                    <a:pt x="78358" y="12192"/>
                    <a:pt x="83312" y="17145"/>
                  </a:cubicBezTo>
                  <a:cubicBezTo>
                    <a:pt x="83565" y="17399"/>
                    <a:pt x="83819" y="17653"/>
                    <a:pt x="84074" y="17907"/>
                  </a:cubicBezTo>
                  <a:cubicBezTo>
                    <a:pt x="88391" y="23241"/>
                    <a:pt x="91820" y="28829"/>
                    <a:pt x="94361" y="34671"/>
                  </a:cubicBezTo>
                  <a:cubicBezTo>
                    <a:pt x="94487" y="35052"/>
                    <a:pt x="94741" y="35560"/>
                    <a:pt x="94741" y="35941"/>
                  </a:cubicBezTo>
                  <a:cubicBezTo>
                    <a:pt x="96647" y="43180"/>
                    <a:pt x="97662" y="50292"/>
                    <a:pt x="97916" y="58928"/>
                  </a:cubicBezTo>
                  <a:cubicBezTo>
                    <a:pt x="98043" y="64135"/>
                    <a:pt x="93979" y="68453"/>
                    <a:pt x="88773" y="68580"/>
                  </a:cubicBezTo>
                  <a:cubicBezTo>
                    <a:pt x="83565" y="68707"/>
                    <a:pt x="79248" y="64643"/>
                    <a:pt x="79120" y="59436"/>
                  </a:cubicBezTo>
                  <a:close/>
                </a:path>
              </a:pathLst>
            </a:custGeom>
            <a:solidFill>
              <a:srgbClr val="007EBD"/>
            </a:solidFill>
          </p:spPr>
        </p:sp>
        <p:sp>
          <p:nvSpPr>
            <p:cNvPr name="Freeform 46" id="46"/>
            <p:cNvSpPr/>
            <p:nvPr/>
          </p:nvSpPr>
          <p:spPr>
            <a:xfrm flipH="false" flipV="false" rot="0">
              <a:off x="7973568" y="3124454"/>
              <a:ext cx="18796" cy="123063"/>
            </a:xfrm>
            <a:custGeom>
              <a:avLst/>
              <a:gdLst/>
              <a:ahLst/>
              <a:cxnLst/>
              <a:rect r="r" b="b" t="t" l="l"/>
              <a:pathLst>
                <a:path h="123063" w="18796">
                  <a:moveTo>
                    <a:pt x="0" y="113665"/>
                  </a:moveTo>
                  <a:lnTo>
                    <a:pt x="0" y="9398"/>
                  </a:lnTo>
                  <a:cubicBezTo>
                    <a:pt x="0" y="4191"/>
                    <a:pt x="4192" y="0"/>
                    <a:pt x="9398" y="0"/>
                  </a:cubicBezTo>
                  <a:cubicBezTo>
                    <a:pt x="14606" y="0"/>
                    <a:pt x="18796" y="4191"/>
                    <a:pt x="18796" y="9398"/>
                  </a:cubicBezTo>
                  <a:lnTo>
                    <a:pt x="18796" y="113665"/>
                  </a:lnTo>
                  <a:cubicBezTo>
                    <a:pt x="18796" y="118872"/>
                    <a:pt x="14606" y="123063"/>
                    <a:pt x="9398" y="123063"/>
                  </a:cubicBezTo>
                  <a:cubicBezTo>
                    <a:pt x="4192" y="123063"/>
                    <a:pt x="0" y="118872"/>
                    <a:pt x="0" y="113665"/>
                  </a:cubicBezTo>
                  <a:close/>
                </a:path>
              </a:pathLst>
            </a:custGeom>
            <a:solidFill>
              <a:srgbClr val="007EBD"/>
            </a:solidFill>
          </p:spPr>
        </p:sp>
        <p:sp>
          <p:nvSpPr>
            <p:cNvPr name="Freeform 47" id="47"/>
            <p:cNvSpPr/>
            <p:nvPr/>
          </p:nvSpPr>
          <p:spPr>
            <a:xfrm flipH="false" flipV="false" rot="0">
              <a:off x="7709121" y="3107276"/>
              <a:ext cx="30799" cy="30545"/>
            </a:xfrm>
            <a:custGeom>
              <a:avLst/>
              <a:gdLst/>
              <a:ahLst/>
              <a:cxnLst/>
              <a:rect r="r" b="b" t="t" l="l"/>
              <a:pathLst>
                <a:path h="30545" w="30799">
                  <a:moveTo>
                    <a:pt x="27973" y="16162"/>
                  </a:moveTo>
                  <a:lnTo>
                    <a:pt x="16035" y="27846"/>
                  </a:lnTo>
                  <a:cubicBezTo>
                    <a:pt x="12352" y="31529"/>
                    <a:pt x="6382" y="31402"/>
                    <a:pt x="2700" y="27719"/>
                  </a:cubicBezTo>
                  <a:cubicBezTo>
                    <a:pt x="-984" y="24036"/>
                    <a:pt x="-857" y="18067"/>
                    <a:pt x="2827" y="14384"/>
                  </a:cubicBezTo>
                  <a:lnTo>
                    <a:pt x="14765" y="2700"/>
                  </a:lnTo>
                  <a:cubicBezTo>
                    <a:pt x="18448" y="-983"/>
                    <a:pt x="24416" y="-856"/>
                    <a:pt x="28100" y="2827"/>
                  </a:cubicBezTo>
                  <a:cubicBezTo>
                    <a:pt x="31782" y="6510"/>
                    <a:pt x="31655" y="12479"/>
                    <a:pt x="27973" y="16162"/>
                  </a:cubicBezTo>
                  <a:close/>
                </a:path>
              </a:pathLst>
            </a:custGeom>
            <a:solidFill>
              <a:srgbClr val="007EBD"/>
            </a:solidFill>
          </p:spPr>
        </p:sp>
        <p:sp>
          <p:nvSpPr>
            <p:cNvPr name="Freeform 48" id="48"/>
            <p:cNvSpPr/>
            <p:nvPr/>
          </p:nvSpPr>
          <p:spPr>
            <a:xfrm flipH="false" flipV="false" rot="0">
              <a:off x="7721981" y="3074670"/>
              <a:ext cx="165735" cy="18923"/>
            </a:xfrm>
            <a:custGeom>
              <a:avLst/>
              <a:gdLst/>
              <a:ahLst/>
              <a:cxnLst/>
              <a:rect r="r" b="b" t="t" l="l"/>
              <a:pathLst>
                <a:path h="18923" w="165735">
                  <a:moveTo>
                    <a:pt x="156337" y="18796"/>
                  </a:moveTo>
                  <a:lnTo>
                    <a:pt x="9398" y="18923"/>
                  </a:lnTo>
                  <a:cubicBezTo>
                    <a:pt x="4192" y="18923"/>
                    <a:pt x="0" y="14732"/>
                    <a:pt x="0" y="9525"/>
                  </a:cubicBezTo>
                  <a:cubicBezTo>
                    <a:pt x="0" y="4318"/>
                    <a:pt x="4192" y="127"/>
                    <a:pt x="9398" y="127"/>
                  </a:cubicBezTo>
                  <a:lnTo>
                    <a:pt x="156337" y="0"/>
                  </a:lnTo>
                  <a:cubicBezTo>
                    <a:pt x="161544" y="0"/>
                    <a:pt x="165735" y="4191"/>
                    <a:pt x="165735" y="9398"/>
                  </a:cubicBezTo>
                  <a:cubicBezTo>
                    <a:pt x="165735" y="14605"/>
                    <a:pt x="161544" y="18796"/>
                    <a:pt x="156337" y="18796"/>
                  </a:cubicBezTo>
                  <a:close/>
                </a:path>
              </a:pathLst>
            </a:custGeom>
            <a:solidFill>
              <a:srgbClr val="007EBD"/>
            </a:solidFill>
          </p:spPr>
        </p:sp>
        <p:sp>
          <p:nvSpPr>
            <p:cNvPr name="Freeform 49" id="49"/>
            <p:cNvSpPr/>
            <p:nvPr/>
          </p:nvSpPr>
          <p:spPr>
            <a:xfrm flipH="false" flipV="false" rot="0">
              <a:off x="7868918" y="3066531"/>
              <a:ext cx="20325" cy="60347"/>
            </a:xfrm>
            <a:custGeom>
              <a:avLst/>
              <a:gdLst/>
              <a:ahLst/>
              <a:cxnLst/>
              <a:rect r="r" b="b" t="t" l="l"/>
              <a:pathLst>
                <a:path h="60347" w="20325">
                  <a:moveTo>
                    <a:pt x="1399" y="51192"/>
                  </a:moveTo>
                  <a:lnTo>
                    <a:pt x="2" y="9790"/>
                  </a:lnTo>
                  <a:cubicBezTo>
                    <a:pt x="-125" y="4583"/>
                    <a:pt x="3939" y="265"/>
                    <a:pt x="9146" y="11"/>
                  </a:cubicBezTo>
                  <a:cubicBezTo>
                    <a:pt x="14354" y="-243"/>
                    <a:pt x="18671" y="3948"/>
                    <a:pt x="18925" y="9155"/>
                  </a:cubicBezTo>
                  <a:lnTo>
                    <a:pt x="20322" y="50557"/>
                  </a:lnTo>
                  <a:cubicBezTo>
                    <a:pt x="20449" y="55764"/>
                    <a:pt x="16385" y="60082"/>
                    <a:pt x="11179" y="60336"/>
                  </a:cubicBezTo>
                  <a:cubicBezTo>
                    <a:pt x="5971" y="60590"/>
                    <a:pt x="1654" y="56399"/>
                    <a:pt x="1399" y="51192"/>
                  </a:cubicBezTo>
                  <a:close/>
                </a:path>
              </a:pathLst>
            </a:custGeom>
            <a:solidFill>
              <a:srgbClr val="007EBD"/>
            </a:solidFill>
          </p:spPr>
        </p:sp>
        <p:sp>
          <p:nvSpPr>
            <p:cNvPr name="Freeform 50" id="50"/>
            <p:cNvSpPr/>
            <p:nvPr/>
          </p:nvSpPr>
          <p:spPr>
            <a:xfrm flipH="false" flipV="false" rot="0">
              <a:off x="7870298" y="3107883"/>
              <a:ext cx="30392" cy="28571"/>
            </a:xfrm>
            <a:custGeom>
              <a:avLst/>
              <a:gdLst/>
              <a:ahLst/>
              <a:cxnLst/>
              <a:rect r="r" b="b" t="t" l="l"/>
              <a:pathLst>
                <a:path h="28571" w="30392">
                  <a:moveTo>
                    <a:pt x="14878" y="26350"/>
                  </a:moveTo>
                  <a:lnTo>
                    <a:pt x="3321" y="16698"/>
                  </a:lnTo>
                  <a:cubicBezTo>
                    <a:pt x="-616" y="13396"/>
                    <a:pt x="-1124" y="7427"/>
                    <a:pt x="2178" y="3363"/>
                  </a:cubicBezTo>
                  <a:cubicBezTo>
                    <a:pt x="5480" y="-701"/>
                    <a:pt x="11449" y="-1082"/>
                    <a:pt x="15513" y="2220"/>
                  </a:cubicBezTo>
                  <a:lnTo>
                    <a:pt x="27070" y="11872"/>
                  </a:lnTo>
                  <a:cubicBezTo>
                    <a:pt x="31007" y="15174"/>
                    <a:pt x="31515" y="21143"/>
                    <a:pt x="28213" y="25207"/>
                  </a:cubicBezTo>
                  <a:cubicBezTo>
                    <a:pt x="24911" y="29271"/>
                    <a:pt x="18942" y="29652"/>
                    <a:pt x="14878" y="26350"/>
                  </a:cubicBezTo>
                  <a:close/>
                </a:path>
              </a:pathLst>
            </a:custGeom>
            <a:solidFill>
              <a:srgbClr val="007EBD"/>
            </a:solidFill>
          </p:spPr>
        </p:sp>
        <p:sp>
          <p:nvSpPr>
            <p:cNvPr name="Freeform 51" id="51"/>
            <p:cNvSpPr/>
            <p:nvPr/>
          </p:nvSpPr>
          <p:spPr>
            <a:xfrm flipH="false" flipV="false" rot="0">
              <a:off x="7696537" y="3041859"/>
              <a:ext cx="20916" cy="42890"/>
            </a:xfrm>
            <a:custGeom>
              <a:avLst/>
              <a:gdLst/>
              <a:ahLst/>
              <a:cxnLst/>
              <a:rect r="r" b="b" t="t" l="l"/>
              <a:pathLst>
                <a:path h="42890" w="20916">
                  <a:moveTo>
                    <a:pt x="44" y="32684"/>
                  </a:moveTo>
                  <a:lnTo>
                    <a:pt x="2203" y="8554"/>
                  </a:lnTo>
                  <a:cubicBezTo>
                    <a:pt x="2712" y="3347"/>
                    <a:pt x="7283" y="-463"/>
                    <a:pt x="12363" y="45"/>
                  </a:cubicBezTo>
                  <a:cubicBezTo>
                    <a:pt x="17443" y="553"/>
                    <a:pt x="21380" y="5125"/>
                    <a:pt x="20873" y="10205"/>
                  </a:cubicBezTo>
                  <a:lnTo>
                    <a:pt x="18713" y="34335"/>
                  </a:lnTo>
                  <a:cubicBezTo>
                    <a:pt x="18205" y="39542"/>
                    <a:pt x="13633" y="43352"/>
                    <a:pt x="8553" y="42844"/>
                  </a:cubicBezTo>
                  <a:cubicBezTo>
                    <a:pt x="3474" y="42336"/>
                    <a:pt x="-463" y="37764"/>
                    <a:pt x="44" y="32684"/>
                  </a:cubicBezTo>
                  <a:close/>
                </a:path>
              </a:pathLst>
            </a:custGeom>
            <a:solidFill>
              <a:srgbClr val="007EBD"/>
            </a:solidFill>
          </p:spPr>
        </p:sp>
        <p:sp>
          <p:nvSpPr>
            <p:cNvPr name="Freeform 52" id="52"/>
            <p:cNvSpPr/>
            <p:nvPr/>
          </p:nvSpPr>
          <p:spPr>
            <a:xfrm flipH="false" flipV="false" rot="0">
              <a:off x="7698615" y="3036445"/>
              <a:ext cx="25141" cy="24252"/>
            </a:xfrm>
            <a:custGeom>
              <a:avLst/>
              <a:gdLst/>
              <a:ahLst/>
              <a:cxnLst/>
              <a:rect r="r" b="b" t="t" l="l"/>
              <a:pathLst>
                <a:path h="24252" w="25141">
                  <a:moveTo>
                    <a:pt x="21842" y="16635"/>
                  </a:moveTo>
                  <a:lnTo>
                    <a:pt x="15619" y="21969"/>
                  </a:lnTo>
                  <a:cubicBezTo>
                    <a:pt x="11682" y="25398"/>
                    <a:pt x="5712" y="24890"/>
                    <a:pt x="2284" y="20953"/>
                  </a:cubicBezTo>
                  <a:cubicBezTo>
                    <a:pt x="-1145" y="17016"/>
                    <a:pt x="-638" y="11047"/>
                    <a:pt x="3299" y="7618"/>
                  </a:cubicBezTo>
                  <a:lnTo>
                    <a:pt x="9523" y="2284"/>
                  </a:lnTo>
                  <a:cubicBezTo>
                    <a:pt x="13460" y="-1145"/>
                    <a:pt x="19429" y="-637"/>
                    <a:pt x="22858" y="3300"/>
                  </a:cubicBezTo>
                  <a:cubicBezTo>
                    <a:pt x="26286" y="7237"/>
                    <a:pt x="25779" y="13206"/>
                    <a:pt x="21842" y="16635"/>
                  </a:cubicBezTo>
                  <a:close/>
                </a:path>
              </a:pathLst>
            </a:custGeom>
            <a:solidFill>
              <a:srgbClr val="007EBD"/>
            </a:solidFill>
          </p:spPr>
        </p:sp>
        <p:sp>
          <p:nvSpPr>
            <p:cNvPr name="Freeform 53" id="53"/>
            <p:cNvSpPr/>
            <p:nvPr/>
          </p:nvSpPr>
          <p:spPr>
            <a:xfrm flipH="false" flipV="false" rot="0">
              <a:off x="7704810" y="3036164"/>
              <a:ext cx="26213" cy="19355"/>
            </a:xfrm>
            <a:custGeom>
              <a:avLst/>
              <a:gdLst/>
              <a:ahLst/>
              <a:cxnLst/>
              <a:rect r="r" b="b" t="t" l="l"/>
              <a:pathLst>
                <a:path h="19355" w="26213">
                  <a:moveTo>
                    <a:pt x="17425" y="18821"/>
                  </a:moveTo>
                  <a:lnTo>
                    <a:pt x="10059" y="19329"/>
                  </a:lnTo>
                  <a:cubicBezTo>
                    <a:pt x="4852" y="19710"/>
                    <a:pt x="407" y="15773"/>
                    <a:pt x="26" y="10566"/>
                  </a:cubicBezTo>
                  <a:cubicBezTo>
                    <a:pt x="-355" y="5359"/>
                    <a:pt x="3582" y="914"/>
                    <a:pt x="8789" y="533"/>
                  </a:cubicBezTo>
                  <a:lnTo>
                    <a:pt x="16155" y="25"/>
                  </a:lnTo>
                  <a:cubicBezTo>
                    <a:pt x="21362" y="-356"/>
                    <a:pt x="25807" y="3581"/>
                    <a:pt x="26188" y="8788"/>
                  </a:cubicBezTo>
                  <a:cubicBezTo>
                    <a:pt x="26568" y="13995"/>
                    <a:pt x="22632" y="18440"/>
                    <a:pt x="17425" y="18821"/>
                  </a:cubicBezTo>
                  <a:close/>
                </a:path>
              </a:pathLst>
            </a:custGeom>
            <a:solidFill>
              <a:srgbClr val="007EBD"/>
            </a:solidFill>
          </p:spPr>
        </p:sp>
        <p:sp>
          <p:nvSpPr>
            <p:cNvPr name="Freeform 54" id="54"/>
            <p:cNvSpPr/>
            <p:nvPr/>
          </p:nvSpPr>
          <p:spPr>
            <a:xfrm flipH="false" flipV="false" rot="0">
              <a:off x="7704328" y="3169920"/>
              <a:ext cx="202692" cy="18796"/>
            </a:xfrm>
            <a:custGeom>
              <a:avLst/>
              <a:gdLst/>
              <a:ahLst/>
              <a:cxnLst/>
              <a:rect r="r" b="b" t="t" l="l"/>
              <a:pathLst>
                <a:path h="18796" w="202692">
                  <a:moveTo>
                    <a:pt x="193294" y="18796"/>
                  </a:moveTo>
                  <a:lnTo>
                    <a:pt x="9398" y="18796"/>
                  </a:lnTo>
                  <a:cubicBezTo>
                    <a:pt x="4191" y="18796"/>
                    <a:pt x="0" y="14605"/>
                    <a:pt x="0" y="9398"/>
                  </a:cubicBezTo>
                  <a:cubicBezTo>
                    <a:pt x="0" y="4191"/>
                    <a:pt x="4191" y="0"/>
                    <a:pt x="9398" y="0"/>
                  </a:cubicBezTo>
                  <a:lnTo>
                    <a:pt x="193294" y="0"/>
                  </a:lnTo>
                  <a:cubicBezTo>
                    <a:pt x="198500" y="0"/>
                    <a:pt x="202692" y="4191"/>
                    <a:pt x="202692" y="9398"/>
                  </a:cubicBezTo>
                  <a:cubicBezTo>
                    <a:pt x="202692" y="14605"/>
                    <a:pt x="198500" y="18796"/>
                    <a:pt x="193294" y="18796"/>
                  </a:cubicBezTo>
                  <a:close/>
                </a:path>
              </a:pathLst>
            </a:custGeom>
            <a:solidFill>
              <a:srgbClr val="007EBD"/>
            </a:solidFill>
          </p:spPr>
        </p:sp>
        <p:sp>
          <p:nvSpPr>
            <p:cNvPr name="Freeform 55" id="55"/>
            <p:cNvSpPr/>
            <p:nvPr/>
          </p:nvSpPr>
          <p:spPr>
            <a:xfrm flipH="false" flipV="false" rot="0">
              <a:off x="7878272" y="3035542"/>
              <a:ext cx="34132" cy="26479"/>
            </a:xfrm>
            <a:custGeom>
              <a:avLst/>
              <a:gdLst/>
              <a:ahLst/>
              <a:cxnLst/>
              <a:rect r="r" b="b" t="t" l="l"/>
              <a:pathLst>
                <a:path h="26479" w="34132">
                  <a:moveTo>
                    <a:pt x="16810" y="21983"/>
                  </a:moveTo>
                  <a:cubicBezTo>
                    <a:pt x="16048" y="20840"/>
                    <a:pt x="15159" y="20078"/>
                    <a:pt x="14016" y="19443"/>
                  </a:cubicBezTo>
                  <a:cubicBezTo>
                    <a:pt x="12873" y="18808"/>
                    <a:pt x="11603" y="18681"/>
                    <a:pt x="10333" y="18808"/>
                  </a:cubicBezTo>
                  <a:cubicBezTo>
                    <a:pt x="5126" y="19316"/>
                    <a:pt x="553" y="15506"/>
                    <a:pt x="46" y="10426"/>
                  </a:cubicBezTo>
                  <a:cubicBezTo>
                    <a:pt x="-462" y="5346"/>
                    <a:pt x="3348" y="647"/>
                    <a:pt x="8428" y="139"/>
                  </a:cubicBezTo>
                  <a:cubicBezTo>
                    <a:pt x="13253" y="-369"/>
                    <a:pt x="17953" y="520"/>
                    <a:pt x="22271" y="2679"/>
                  </a:cubicBezTo>
                  <a:lnTo>
                    <a:pt x="18079" y="11188"/>
                  </a:lnTo>
                  <a:lnTo>
                    <a:pt x="22271" y="2679"/>
                  </a:lnTo>
                  <a:cubicBezTo>
                    <a:pt x="26589" y="4838"/>
                    <a:pt x="30145" y="8013"/>
                    <a:pt x="32685" y="12077"/>
                  </a:cubicBezTo>
                  <a:cubicBezTo>
                    <a:pt x="35478" y="16522"/>
                    <a:pt x="34081" y="22237"/>
                    <a:pt x="29764" y="25031"/>
                  </a:cubicBezTo>
                  <a:cubicBezTo>
                    <a:pt x="25446" y="27825"/>
                    <a:pt x="19603" y="26428"/>
                    <a:pt x="16810" y="22110"/>
                  </a:cubicBezTo>
                  <a:close/>
                </a:path>
              </a:pathLst>
            </a:custGeom>
            <a:solidFill>
              <a:srgbClr val="007EBD"/>
            </a:solidFill>
          </p:spPr>
        </p:sp>
        <p:sp>
          <p:nvSpPr>
            <p:cNvPr name="Freeform 56" id="56"/>
            <p:cNvSpPr/>
            <p:nvPr/>
          </p:nvSpPr>
          <p:spPr>
            <a:xfrm flipH="false" flipV="false" rot="0">
              <a:off x="7868917" y="3042536"/>
              <a:ext cx="19310" cy="42805"/>
            </a:xfrm>
            <a:custGeom>
              <a:avLst/>
              <a:gdLst/>
              <a:ahLst/>
              <a:cxnLst/>
              <a:rect r="r" b="b" t="t" l="l"/>
              <a:pathLst>
                <a:path h="42805" w="19310">
                  <a:moveTo>
                    <a:pt x="3" y="33150"/>
                  </a:moveTo>
                  <a:lnTo>
                    <a:pt x="510" y="9147"/>
                  </a:lnTo>
                  <a:cubicBezTo>
                    <a:pt x="638" y="3940"/>
                    <a:pt x="4956" y="-124"/>
                    <a:pt x="10163" y="3"/>
                  </a:cubicBezTo>
                  <a:cubicBezTo>
                    <a:pt x="15370" y="130"/>
                    <a:pt x="19434" y="4448"/>
                    <a:pt x="19307" y="9655"/>
                  </a:cubicBezTo>
                  <a:lnTo>
                    <a:pt x="18798" y="33658"/>
                  </a:lnTo>
                  <a:cubicBezTo>
                    <a:pt x="18671" y="38865"/>
                    <a:pt x="14354" y="42929"/>
                    <a:pt x="9146" y="42802"/>
                  </a:cubicBezTo>
                  <a:cubicBezTo>
                    <a:pt x="3940" y="42675"/>
                    <a:pt x="-124" y="38357"/>
                    <a:pt x="3" y="33150"/>
                  </a:cubicBezTo>
                  <a:close/>
                </a:path>
              </a:pathLst>
            </a:custGeom>
            <a:solidFill>
              <a:srgbClr val="007EBD"/>
            </a:solidFill>
          </p:spPr>
        </p:sp>
        <p:sp>
          <p:nvSpPr>
            <p:cNvPr name="Freeform 57" id="57"/>
            <p:cNvSpPr/>
            <p:nvPr/>
          </p:nvSpPr>
          <p:spPr>
            <a:xfrm flipH="false" flipV="false" rot="0">
              <a:off x="7686040" y="3208909"/>
              <a:ext cx="18923" cy="151892"/>
            </a:xfrm>
            <a:custGeom>
              <a:avLst/>
              <a:gdLst/>
              <a:ahLst/>
              <a:cxnLst/>
              <a:rect r="r" b="b" t="t" l="l"/>
              <a:pathLst>
                <a:path h="151892" w="18923">
                  <a:moveTo>
                    <a:pt x="18796" y="9398"/>
                  </a:moveTo>
                  <a:lnTo>
                    <a:pt x="18923" y="142494"/>
                  </a:lnTo>
                  <a:cubicBezTo>
                    <a:pt x="18923" y="147701"/>
                    <a:pt x="14732" y="151892"/>
                    <a:pt x="9525" y="151892"/>
                  </a:cubicBezTo>
                  <a:cubicBezTo>
                    <a:pt x="4318" y="151892"/>
                    <a:pt x="127" y="147701"/>
                    <a:pt x="127" y="142494"/>
                  </a:cubicBezTo>
                  <a:lnTo>
                    <a:pt x="0" y="9398"/>
                  </a:lnTo>
                  <a:cubicBezTo>
                    <a:pt x="0" y="4191"/>
                    <a:pt x="4191" y="0"/>
                    <a:pt x="9398" y="0"/>
                  </a:cubicBezTo>
                  <a:cubicBezTo>
                    <a:pt x="14605" y="0"/>
                    <a:pt x="18796" y="4191"/>
                    <a:pt x="18796" y="9398"/>
                  </a:cubicBezTo>
                  <a:close/>
                </a:path>
              </a:pathLst>
            </a:custGeom>
            <a:solidFill>
              <a:srgbClr val="007EBD"/>
            </a:solidFill>
          </p:spPr>
        </p:sp>
        <p:sp>
          <p:nvSpPr>
            <p:cNvPr name="Freeform 58" id="58"/>
            <p:cNvSpPr/>
            <p:nvPr/>
          </p:nvSpPr>
          <p:spPr>
            <a:xfrm flipH="false" flipV="false" rot="0">
              <a:off x="7869397" y="3035470"/>
              <a:ext cx="27494" cy="25822"/>
            </a:xfrm>
            <a:custGeom>
              <a:avLst/>
              <a:gdLst/>
              <a:ahLst/>
              <a:cxnLst/>
              <a:rect r="r" b="b" t="t" l="l"/>
              <a:pathLst>
                <a:path h="25822" w="27494">
                  <a:moveTo>
                    <a:pt x="24034" y="16721"/>
                  </a:moveTo>
                  <a:lnTo>
                    <a:pt x="15271" y="23706"/>
                  </a:lnTo>
                  <a:cubicBezTo>
                    <a:pt x="11207" y="27008"/>
                    <a:pt x="5239" y="26373"/>
                    <a:pt x="2064" y="22309"/>
                  </a:cubicBezTo>
                  <a:cubicBezTo>
                    <a:pt x="-1111" y="18245"/>
                    <a:pt x="-604" y="12276"/>
                    <a:pt x="3460" y="9101"/>
                  </a:cubicBezTo>
                  <a:lnTo>
                    <a:pt x="12223" y="2116"/>
                  </a:lnTo>
                  <a:cubicBezTo>
                    <a:pt x="16288" y="-1186"/>
                    <a:pt x="22256" y="-551"/>
                    <a:pt x="25431" y="3513"/>
                  </a:cubicBezTo>
                  <a:cubicBezTo>
                    <a:pt x="28606" y="7577"/>
                    <a:pt x="28098" y="13546"/>
                    <a:pt x="24034" y="16721"/>
                  </a:cubicBezTo>
                  <a:close/>
                </a:path>
              </a:pathLst>
            </a:custGeom>
            <a:solidFill>
              <a:srgbClr val="007EBD"/>
            </a:solidFill>
          </p:spPr>
        </p:sp>
        <p:sp>
          <p:nvSpPr>
            <p:cNvPr name="Freeform 59" id="59"/>
            <p:cNvSpPr/>
            <p:nvPr/>
          </p:nvSpPr>
          <p:spPr>
            <a:xfrm flipH="false" flipV="false" rot="0">
              <a:off x="7706360" y="3356864"/>
              <a:ext cx="116713" cy="18923"/>
            </a:xfrm>
            <a:custGeom>
              <a:avLst/>
              <a:gdLst/>
              <a:ahLst/>
              <a:cxnLst/>
              <a:rect r="r" b="b" t="t" l="l"/>
              <a:pathLst>
                <a:path h="18923" w="116713">
                  <a:moveTo>
                    <a:pt x="107315" y="18923"/>
                  </a:moveTo>
                  <a:lnTo>
                    <a:pt x="9398" y="18796"/>
                  </a:lnTo>
                  <a:cubicBezTo>
                    <a:pt x="4191" y="18796"/>
                    <a:pt x="0" y="14605"/>
                    <a:pt x="0" y="9398"/>
                  </a:cubicBezTo>
                  <a:cubicBezTo>
                    <a:pt x="0" y="4191"/>
                    <a:pt x="4191" y="0"/>
                    <a:pt x="9398" y="0"/>
                  </a:cubicBezTo>
                  <a:lnTo>
                    <a:pt x="107315" y="127"/>
                  </a:lnTo>
                  <a:cubicBezTo>
                    <a:pt x="112522" y="127"/>
                    <a:pt x="116713" y="4318"/>
                    <a:pt x="116713" y="9525"/>
                  </a:cubicBezTo>
                  <a:cubicBezTo>
                    <a:pt x="116713" y="14732"/>
                    <a:pt x="112522" y="18923"/>
                    <a:pt x="107315" y="18923"/>
                  </a:cubicBezTo>
                  <a:close/>
                </a:path>
              </a:pathLst>
            </a:custGeom>
            <a:solidFill>
              <a:srgbClr val="007EBD"/>
            </a:solidFill>
          </p:spPr>
        </p:sp>
        <p:sp>
          <p:nvSpPr>
            <p:cNvPr name="Freeform 60" id="60"/>
            <p:cNvSpPr/>
            <p:nvPr/>
          </p:nvSpPr>
          <p:spPr>
            <a:xfrm flipH="false" flipV="false" rot="0">
              <a:off x="7919879" y="3313589"/>
              <a:ext cx="101663" cy="101663"/>
            </a:xfrm>
            <a:custGeom>
              <a:avLst/>
              <a:gdLst/>
              <a:ahLst/>
              <a:cxnLst/>
              <a:rect r="r" b="b" t="t" l="l"/>
              <a:pathLst>
                <a:path h="101663" w="101663">
                  <a:moveTo>
                    <a:pt x="98901" y="16097"/>
                  </a:moveTo>
                  <a:lnTo>
                    <a:pt x="16097" y="98901"/>
                  </a:lnTo>
                  <a:cubicBezTo>
                    <a:pt x="12414" y="102584"/>
                    <a:pt x="6445" y="102584"/>
                    <a:pt x="2762" y="98901"/>
                  </a:cubicBezTo>
                  <a:cubicBezTo>
                    <a:pt x="-921" y="95218"/>
                    <a:pt x="-921" y="89249"/>
                    <a:pt x="2762" y="85566"/>
                  </a:cubicBezTo>
                  <a:lnTo>
                    <a:pt x="85566" y="2762"/>
                  </a:lnTo>
                  <a:cubicBezTo>
                    <a:pt x="89249" y="-921"/>
                    <a:pt x="95219" y="-921"/>
                    <a:pt x="98901" y="2762"/>
                  </a:cubicBezTo>
                  <a:cubicBezTo>
                    <a:pt x="102584" y="6445"/>
                    <a:pt x="102584" y="12414"/>
                    <a:pt x="98901" y="16097"/>
                  </a:cubicBezTo>
                  <a:close/>
                </a:path>
              </a:pathLst>
            </a:custGeom>
            <a:solidFill>
              <a:srgbClr val="007EBD"/>
            </a:solidFill>
          </p:spPr>
        </p:sp>
        <p:sp>
          <p:nvSpPr>
            <p:cNvPr name="Freeform 61" id="61"/>
            <p:cNvSpPr/>
            <p:nvPr/>
          </p:nvSpPr>
          <p:spPr>
            <a:xfrm flipH="false" flipV="false" rot="0">
              <a:off x="7877842" y="3354609"/>
              <a:ext cx="61024" cy="60643"/>
            </a:xfrm>
            <a:custGeom>
              <a:avLst/>
              <a:gdLst/>
              <a:ahLst/>
              <a:cxnLst/>
              <a:rect r="r" b="b" t="t" l="l"/>
              <a:pathLst>
                <a:path h="60643" w="61024">
                  <a:moveTo>
                    <a:pt x="16097" y="2763"/>
                  </a:moveTo>
                  <a:lnTo>
                    <a:pt x="58261" y="44546"/>
                  </a:lnTo>
                  <a:cubicBezTo>
                    <a:pt x="61944" y="48229"/>
                    <a:pt x="61944" y="54198"/>
                    <a:pt x="58261" y="57881"/>
                  </a:cubicBezTo>
                  <a:cubicBezTo>
                    <a:pt x="54578" y="61564"/>
                    <a:pt x="48609" y="61564"/>
                    <a:pt x="44926" y="57881"/>
                  </a:cubicBezTo>
                  <a:lnTo>
                    <a:pt x="2762" y="16098"/>
                  </a:lnTo>
                  <a:cubicBezTo>
                    <a:pt x="-921" y="12415"/>
                    <a:pt x="-921" y="6446"/>
                    <a:pt x="2762" y="2763"/>
                  </a:cubicBezTo>
                  <a:cubicBezTo>
                    <a:pt x="6445" y="-920"/>
                    <a:pt x="12414" y="-920"/>
                    <a:pt x="16097" y="2763"/>
                  </a:cubicBezTo>
                  <a:close/>
                </a:path>
              </a:pathLst>
            </a:custGeom>
            <a:solidFill>
              <a:srgbClr val="007EBD"/>
            </a:solidFill>
          </p:spPr>
        </p:sp>
        <p:sp>
          <p:nvSpPr>
            <p:cNvPr name="Freeform 62" id="62"/>
            <p:cNvSpPr/>
            <p:nvPr/>
          </p:nvSpPr>
          <p:spPr>
            <a:xfrm flipH="false" flipV="false" rot="0">
              <a:off x="7617079" y="3135122"/>
              <a:ext cx="18796" cy="254635"/>
            </a:xfrm>
            <a:custGeom>
              <a:avLst/>
              <a:gdLst/>
              <a:ahLst/>
              <a:cxnLst/>
              <a:rect r="r" b="b" t="t" l="l"/>
              <a:pathLst>
                <a:path h="254635" w="18796">
                  <a:moveTo>
                    <a:pt x="18796" y="9398"/>
                  </a:moveTo>
                  <a:lnTo>
                    <a:pt x="18796" y="245237"/>
                  </a:lnTo>
                  <a:cubicBezTo>
                    <a:pt x="18796" y="250444"/>
                    <a:pt x="14605" y="254635"/>
                    <a:pt x="9398" y="254635"/>
                  </a:cubicBezTo>
                  <a:cubicBezTo>
                    <a:pt x="4191" y="254635"/>
                    <a:pt x="0" y="250444"/>
                    <a:pt x="0" y="245237"/>
                  </a:cubicBezTo>
                  <a:lnTo>
                    <a:pt x="0" y="9398"/>
                  </a:lnTo>
                  <a:cubicBezTo>
                    <a:pt x="0" y="4191"/>
                    <a:pt x="4191" y="0"/>
                    <a:pt x="9398" y="0"/>
                  </a:cubicBezTo>
                  <a:cubicBezTo>
                    <a:pt x="14605" y="0"/>
                    <a:pt x="18796" y="4191"/>
                    <a:pt x="18796" y="9398"/>
                  </a:cubicBezTo>
                  <a:close/>
                </a:path>
              </a:pathLst>
            </a:custGeom>
            <a:solidFill>
              <a:srgbClr val="007EBD"/>
            </a:solidFill>
          </p:spPr>
        </p:sp>
        <p:sp>
          <p:nvSpPr>
            <p:cNvPr name="Freeform 63" id="63"/>
            <p:cNvSpPr/>
            <p:nvPr/>
          </p:nvSpPr>
          <p:spPr>
            <a:xfrm flipH="false" flipV="false" rot="0">
              <a:off x="7682357" y="3421380"/>
              <a:ext cx="157353" cy="18796"/>
            </a:xfrm>
            <a:custGeom>
              <a:avLst/>
              <a:gdLst/>
              <a:ahLst/>
              <a:cxnLst/>
              <a:rect r="r" b="b" t="t" l="l"/>
              <a:pathLst>
                <a:path h="18796" w="157353">
                  <a:moveTo>
                    <a:pt x="9398" y="0"/>
                  </a:moveTo>
                  <a:lnTo>
                    <a:pt x="147955" y="0"/>
                  </a:lnTo>
                  <a:cubicBezTo>
                    <a:pt x="153162" y="0"/>
                    <a:pt x="157354" y="4191"/>
                    <a:pt x="157354" y="9398"/>
                  </a:cubicBezTo>
                  <a:cubicBezTo>
                    <a:pt x="157354" y="14605"/>
                    <a:pt x="153162" y="18796"/>
                    <a:pt x="147955" y="18796"/>
                  </a:cubicBezTo>
                  <a:lnTo>
                    <a:pt x="9398" y="18796"/>
                  </a:lnTo>
                  <a:cubicBezTo>
                    <a:pt x="4192" y="18796"/>
                    <a:pt x="0" y="14605"/>
                    <a:pt x="0" y="9398"/>
                  </a:cubicBezTo>
                  <a:cubicBezTo>
                    <a:pt x="0" y="4191"/>
                    <a:pt x="4192" y="0"/>
                    <a:pt x="9398" y="0"/>
                  </a:cubicBezTo>
                  <a:close/>
                </a:path>
              </a:pathLst>
            </a:custGeom>
            <a:solidFill>
              <a:srgbClr val="007EBD"/>
            </a:solidFill>
          </p:spPr>
        </p:sp>
      </p:grpSp>
      <p:sp>
        <p:nvSpPr>
          <p:cNvPr name="TextBox 64" id="64"/>
          <p:cNvSpPr txBox="true"/>
          <p:nvPr/>
        </p:nvSpPr>
        <p:spPr>
          <a:xfrm rot="0">
            <a:off x="600075" y="1553804"/>
            <a:ext cx="7594644"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Solusi Berbasis Teknologi Informasi</a:t>
            </a:r>
          </a:p>
        </p:txBody>
      </p:sp>
      <p:sp>
        <p:nvSpPr>
          <p:cNvPr name="TextBox 65" id="65"/>
          <p:cNvSpPr txBox="true"/>
          <p:nvPr/>
        </p:nvSpPr>
        <p:spPr>
          <a:xfrm rot="0">
            <a:off x="1740837" y="25344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66" id="66"/>
          <p:cNvSpPr txBox="true"/>
          <p:nvPr/>
        </p:nvSpPr>
        <p:spPr>
          <a:xfrm rot="0">
            <a:off x="600075" y="4001300"/>
            <a:ext cx="3358934" cy="796719"/>
          </a:xfrm>
          <a:prstGeom prst="rect">
            <a:avLst/>
          </a:prstGeom>
        </p:spPr>
        <p:txBody>
          <a:bodyPr anchor="t" rtlCol="false" tIns="0" lIns="0" bIns="0" rIns="0">
            <a:spAutoFit/>
          </a:bodyPr>
          <a:lstStyle/>
          <a:p>
            <a:pPr algn="l">
              <a:lnSpc>
                <a:spcPts val="2124"/>
              </a:lnSpc>
            </a:pPr>
            <a:r>
              <a:rPr lang="en-US" sz="1350">
                <a:solidFill>
                  <a:srgbClr val="272525"/>
                </a:solidFill>
                <a:latin typeface="Inter"/>
                <a:ea typeface="Inter"/>
                <a:cs typeface="Inter"/>
                <a:sym typeface="Inter"/>
              </a:rPr>
              <a:t>Portal pembelajaran online untuk pelaku wisata belajar kapan saja dan di mana saja</a:t>
            </a:r>
          </a:p>
        </p:txBody>
      </p:sp>
      <p:sp>
        <p:nvSpPr>
          <p:cNvPr name="TextBox 67" id="67"/>
          <p:cNvSpPr txBox="true"/>
          <p:nvPr/>
        </p:nvSpPr>
        <p:spPr>
          <a:xfrm rot="0">
            <a:off x="4081462" y="4001300"/>
            <a:ext cx="3318253"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Aplikasi mobile untuk pemasaran digital dan manajemen bisnis pariwisata</a:t>
            </a:r>
          </a:p>
        </p:txBody>
      </p:sp>
      <p:sp>
        <p:nvSpPr>
          <p:cNvPr name="TextBox 68" id="68"/>
          <p:cNvSpPr txBox="true"/>
          <p:nvPr/>
        </p:nvSpPr>
        <p:spPr>
          <a:xfrm rot="0">
            <a:off x="600075" y="2534450"/>
            <a:ext cx="8671131"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Strengthening</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training</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and</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visitor</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management</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solutions</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with</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integrated</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IT</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systems</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and</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digital</a:t>
            </a:r>
            <a:r>
              <a:rPr lang="en-US" sz="1350">
                <a:solidFill>
                  <a:srgbClr val="000000"/>
                </a:solidFill>
                <a:latin typeface="Inter"/>
                <a:ea typeface="Inter"/>
                <a:cs typeface="Inter"/>
                <a:sym typeface="Inter"/>
              </a:rPr>
              <a:t> </a:t>
            </a:r>
            <a:r>
              <a:rPr lang="en-US" sz="1350">
                <a:solidFill>
                  <a:srgbClr val="272525"/>
                </a:solidFill>
                <a:latin typeface="Inter"/>
                <a:ea typeface="Inter"/>
                <a:cs typeface="Inter"/>
                <a:sym typeface="Inter"/>
              </a:rPr>
              <a:t>platforms.</a:t>
            </a:r>
          </a:p>
        </p:txBody>
      </p:sp>
      <p:sp>
        <p:nvSpPr>
          <p:cNvPr name="TextBox 69" id="69"/>
          <p:cNvSpPr txBox="true"/>
          <p:nvPr/>
        </p:nvSpPr>
        <p:spPr>
          <a:xfrm rot="0">
            <a:off x="7562850" y="4001300"/>
            <a:ext cx="3182845" cy="796719"/>
          </a:xfrm>
          <a:prstGeom prst="rect">
            <a:avLst/>
          </a:prstGeom>
        </p:spPr>
        <p:txBody>
          <a:bodyPr anchor="t" rtlCol="false" tIns="0" lIns="0" bIns="0" rIns="0">
            <a:spAutoFit/>
          </a:bodyPr>
          <a:lstStyle/>
          <a:p>
            <a:pPr algn="l">
              <a:lnSpc>
                <a:spcPts val="2124"/>
              </a:lnSpc>
            </a:pPr>
            <a:r>
              <a:rPr lang="en-US" sz="1350">
                <a:solidFill>
                  <a:srgbClr val="272525"/>
                </a:solidFill>
                <a:latin typeface="Inter"/>
                <a:ea typeface="Inter"/>
                <a:cs typeface="Inter"/>
                <a:sym typeface="Inter"/>
              </a:rPr>
              <a:t>Platform booking online dengan kuota untuk destinasi populer seperti Tegallalang Rice Terrace</a:t>
            </a:r>
          </a:p>
        </p:txBody>
      </p:sp>
      <p:sp>
        <p:nvSpPr>
          <p:cNvPr name="TextBox 70" id="70"/>
          <p:cNvSpPr txBox="true"/>
          <p:nvPr/>
        </p:nvSpPr>
        <p:spPr>
          <a:xfrm rot="0">
            <a:off x="600075" y="3586820"/>
            <a:ext cx="2158717"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Platform E-Learning</a:t>
            </a:r>
          </a:p>
        </p:txBody>
      </p:sp>
      <p:sp>
        <p:nvSpPr>
          <p:cNvPr name="TextBox 71" id="71"/>
          <p:cNvSpPr txBox="true"/>
          <p:nvPr/>
        </p:nvSpPr>
        <p:spPr>
          <a:xfrm rot="0">
            <a:off x="4081462" y="3586820"/>
            <a:ext cx="1861680"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Aplikasi Panduan</a:t>
            </a:r>
          </a:p>
        </p:txBody>
      </p:sp>
      <p:sp>
        <p:nvSpPr>
          <p:cNvPr name="TextBox 72" id="72"/>
          <p:cNvSpPr txBox="true"/>
          <p:nvPr/>
        </p:nvSpPr>
        <p:spPr>
          <a:xfrm rot="0">
            <a:off x="7562850" y="3586820"/>
            <a:ext cx="1997926"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Sistem E-Ticketing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7143750" y="257"/>
            <a:ext cx="4286250" cy="6438643"/>
            <a:chOff x="0" y="0"/>
            <a:chExt cx="5715000" cy="8584857"/>
          </a:xfrm>
        </p:grpSpPr>
        <p:sp>
          <p:nvSpPr>
            <p:cNvPr name="Freeform 9" id="9"/>
            <p:cNvSpPr/>
            <p:nvPr/>
          </p:nvSpPr>
          <p:spPr>
            <a:xfrm flipH="false" flipV="false" rot="0">
              <a:off x="0" y="0"/>
              <a:ext cx="5715000" cy="8584819"/>
            </a:xfrm>
            <a:custGeom>
              <a:avLst/>
              <a:gdLst/>
              <a:ahLst/>
              <a:cxnLst/>
              <a:rect r="r" b="b" t="t" l="l"/>
              <a:pathLst>
                <a:path h="8584819" w="5715000">
                  <a:moveTo>
                    <a:pt x="0" y="0"/>
                  </a:moveTo>
                  <a:lnTo>
                    <a:pt x="5715000" y="0"/>
                  </a:lnTo>
                  <a:lnTo>
                    <a:pt x="5715000" y="8584819"/>
                  </a:lnTo>
                  <a:lnTo>
                    <a:pt x="0" y="8584819"/>
                  </a:lnTo>
                  <a:lnTo>
                    <a:pt x="0" y="0"/>
                  </a:lnTo>
                  <a:close/>
                </a:path>
              </a:pathLst>
            </a:custGeom>
            <a:blipFill>
              <a:blip r:embed="rId4"/>
              <a:stretch>
                <a:fillRect l="-72" t="-3" r="-75" b="0"/>
              </a:stretch>
            </a:blipFill>
          </p:spPr>
        </p:sp>
      </p:grpSp>
      <p:grpSp>
        <p:nvGrpSpPr>
          <p:cNvPr name="Group 10" id="10"/>
          <p:cNvGrpSpPr/>
          <p:nvPr/>
        </p:nvGrpSpPr>
        <p:grpSpPr>
          <a:xfrm rot="0">
            <a:off x="7229475" y="2019300"/>
            <a:ext cx="4114800" cy="2013909"/>
            <a:chOff x="0" y="0"/>
            <a:chExt cx="5486400" cy="2685212"/>
          </a:xfrm>
        </p:grpSpPr>
        <p:sp>
          <p:nvSpPr>
            <p:cNvPr name="Freeform 11" id="11"/>
            <p:cNvSpPr/>
            <p:nvPr/>
          </p:nvSpPr>
          <p:spPr>
            <a:xfrm flipH="false" flipV="false" rot="0">
              <a:off x="0" y="0"/>
              <a:ext cx="5486400" cy="2685212"/>
            </a:xfrm>
            <a:custGeom>
              <a:avLst/>
              <a:gdLst/>
              <a:ahLst/>
              <a:cxnLst/>
              <a:rect r="r" b="b" t="t" l="l"/>
              <a:pathLst>
                <a:path h="2685212" w="5486400">
                  <a:moveTo>
                    <a:pt x="80010" y="0"/>
                  </a:moveTo>
                  <a:cubicBezTo>
                    <a:pt x="69342" y="0"/>
                    <a:pt x="59182" y="1705"/>
                    <a:pt x="49403" y="5115"/>
                  </a:cubicBezTo>
                  <a:cubicBezTo>
                    <a:pt x="39624" y="8524"/>
                    <a:pt x="30988" y="13426"/>
                    <a:pt x="23495" y="19713"/>
                  </a:cubicBezTo>
                  <a:cubicBezTo>
                    <a:pt x="16002" y="26000"/>
                    <a:pt x="10160" y="33245"/>
                    <a:pt x="6096" y="41450"/>
                  </a:cubicBezTo>
                  <a:cubicBezTo>
                    <a:pt x="2032" y="49655"/>
                    <a:pt x="0" y="58286"/>
                    <a:pt x="0" y="67130"/>
                  </a:cubicBezTo>
                  <a:lnTo>
                    <a:pt x="0" y="2618081"/>
                  </a:lnTo>
                  <a:cubicBezTo>
                    <a:pt x="0" y="2627032"/>
                    <a:pt x="2032" y="2635557"/>
                    <a:pt x="6096" y="2643761"/>
                  </a:cubicBezTo>
                  <a:cubicBezTo>
                    <a:pt x="10160" y="2651966"/>
                    <a:pt x="15875" y="2659212"/>
                    <a:pt x="23495" y="2665499"/>
                  </a:cubicBezTo>
                  <a:cubicBezTo>
                    <a:pt x="31115" y="2671786"/>
                    <a:pt x="39624" y="2676687"/>
                    <a:pt x="49403" y="2680097"/>
                  </a:cubicBezTo>
                  <a:cubicBezTo>
                    <a:pt x="59182" y="2683507"/>
                    <a:pt x="69342" y="2685212"/>
                    <a:pt x="80010" y="2685212"/>
                  </a:cubicBezTo>
                  <a:lnTo>
                    <a:pt x="5406390" y="2685212"/>
                  </a:lnTo>
                  <a:cubicBezTo>
                    <a:pt x="5417058" y="2685212"/>
                    <a:pt x="5427218" y="2683507"/>
                    <a:pt x="5436997" y="2680097"/>
                  </a:cubicBezTo>
                  <a:cubicBezTo>
                    <a:pt x="5446776" y="2676687"/>
                    <a:pt x="5455412" y="2671892"/>
                    <a:pt x="5462905" y="2665499"/>
                  </a:cubicBezTo>
                  <a:cubicBezTo>
                    <a:pt x="5470398" y="2659106"/>
                    <a:pt x="5476240" y="2651966"/>
                    <a:pt x="5480304" y="2643761"/>
                  </a:cubicBezTo>
                  <a:cubicBezTo>
                    <a:pt x="5484368" y="2635557"/>
                    <a:pt x="5486400" y="2627032"/>
                    <a:pt x="5486400" y="2618081"/>
                  </a:cubicBezTo>
                  <a:lnTo>
                    <a:pt x="5486400" y="67130"/>
                  </a:lnTo>
                  <a:cubicBezTo>
                    <a:pt x="5486400" y="58286"/>
                    <a:pt x="5484368" y="49655"/>
                    <a:pt x="5480304" y="41450"/>
                  </a:cubicBezTo>
                  <a:cubicBezTo>
                    <a:pt x="5476240" y="33245"/>
                    <a:pt x="5470525" y="26000"/>
                    <a:pt x="5462905" y="19713"/>
                  </a:cubicBezTo>
                  <a:cubicBezTo>
                    <a:pt x="5455285" y="13426"/>
                    <a:pt x="5446776" y="8524"/>
                    <a:pt x="5436997" y="5115"/>
                  </a:cubicBezTo>
                  <a:cubicBezTo>
                    <a:pt x="5427218" y="1705"/>
                    <a:pt x="5417058" y="0"/>
                    <a:pt x="5406390" y="0"/>
                  </a:cubicBezTo>
                  <a:close/>
                </a:path>
              </a:pathLst>
            </a:custGeom>
            <a:blipFill>
              <a:blip r:embed="rId5"/>
              <a:stretch>
                <a:fillRect l="0" t="-9593" r="0" b="-9593"/>
              </a:stretch>
            </a:blipFill>
          </p:spPr>
        </p:sp>
      </p:grpSp>
      <p:grpSp>
        <p:nvGrpSpPr>
          <p:cNvPr name="Group 12" id="12"/>
          <p:cNvGrpSpPr/>
          <p:nvPr/>
        </p:nvGrpSpPr>
        <p:grpSpPr>
          <a:xfrm rot="0">
            <a:off x="536572" y="2051047"/>
            <a:ext cx="3013072" cy="2251072"/>
            <a:chOff x="0" y="0"/>
            <a:chExt cx="3013075" cy="2251075"/>
          </a:xfrm>
        </p:grpSpPr>
        <p:sp>
          <p:nvSpPr>
            <p:cNvPr name="Freeform 13" id="13"/>
            <p:cNvSpPr/>
            <p:nvPr/>
          </p:nvSpPr>
          <p:spPr>
            <a:xfrm flipH="false" flipV="false" rot="0">
              <a:off x="68326" y="68326"/>
              <a:ext cx="2876550" cy="2114550"/>
            </a:xfrm>
            <a:custGeom>
              <a:avLst/>
              <a:gdLst/>
              <a:ahLst/>
              <a:cxnLst/>
              <a:rect r="r" b="b" t="t" l="l"/>
              <a:pathLst>
                <a:path h="2114550" w="2876550">
                  <a:moveTo>
                    <a:pt x="0" y="2059178"/>
                  </a:moveTo>
                  <a:lnTo>
                    <a:pt x="0" y="55245"/>
                  </a:lnTo>
                  <a:cubicBezTo>
                    <a:pt x="0" y="51562"/>
                    <a:pt x="381" y="48006"/>
                    <a:pt x="1016" y="44450"/>
                  </a:cubicBezTo>
                  <a:cubicBezTo>
                    <a:pt x="1651" y="40894"/>
                    <a:pt x="2794" y="37465"/>
                    <a:pt x="4191" y="34036"/>
                  </a:cubicBezTo>
                  <a:cubicBezTo>
                    <a:pt x="5588" y="30607"/>
                    <a:pt x="7239" y="27559"/>
                    <a:pt x="9271" y="24511"/>
                  </a:cubicBezTo>
                  <a:cubicBezTo>
                    <a:pt x="11303" y="21463"/>
                    <a:pt x="13589" y="18669"/>
                    <a:pt x="16129" y="16129"/>
                  </a:cubicBezTo>
                  <a:cubicBezTo>
                    <a:pt x="18669" y="13589"/>
                    <a:pt x="21463" y="11303"/>
                    <a:pt x="24511" y="9271"/>
                  </a:cubicBezTo>
                  <a:cubicBezTo>
                    <a:pt x="27559" y="7239"/>
                    <a:pt x="30734" y="5588"/>
                    <a:pt x="34036" y="4191"/>
                  </a:cubicBezTo>
                  <a:cubicBezTo>
                    <a:pt x="37338" y="2794"/>
                    <a:pt x="40894" y="1778"/>
                    <a:pt x="44450" y="1016"/>
                  </a:cubicBezTo>
                  <a:cubicBezTo>
                    <a:pt x="48006" y="254"/>
                    <a:pt x="51562" y="0"/>
                    <a:pt x="55245" y="0"/>
                  </a:cubicBezTo>
                  <a:lnTo>
                    <a:pt x="2821305" y="0"/>
                  </a:lnTo>
                  <a:cubicBezTo>
                    <a:pt x="2824988" y="0"/>
                    <a:pt x="2828544" y="381"/>
                    <a:pt x="2832100" y="1016"/>
                  </a:cubicBezTo>
                  <a:cubicBezTo>
                    <a:pt x="2835656" y="1651"/>
                    <a:pt x="2839085" y="2794"/>
                    <a:pt x="2842514" y="4191"/>
                  </a:cubicBezTo>
                  <a:cubicBezTo>
                    <a:pt x="2845943" y="5588"/>
                    <a:pt x="2849118" y="7239"/>
                    <a:pt x="2852039" y="9271"/>
                  </a:cubicBezTo>
                  <a:cubicBezTo>
                    <a:pt x="2854960" y="11303"/>
                    <a:pt x="2857881" y="13589"/>
                    <a:pt x="2860421" y="16129"/>
                  </a:cubicBezTo>
                  <a:cubicBezTo>
                    <a:pt x="2862961" y="18669"/>
                    <a:pt x="2865247" y="21463"/>
                    <a:pt x="2867279" y="24511"/>
                  </a:cubicBezTo>
                  <a:cubicBezTo>
                    <a:pt x="2869311" y="27559"/>
                    <a:pt x="2870962" y="30734"/>
                    <a:pt x="2872359" y="34036"/>
                  </a:cubicBezTo>
                  <a:cubicBezTo>
                    <a:pt x="2873756" y="37338"/>
                    <a:pt x="2874772" y="40894"/>
                    <a:pt x="2875534" y="44450"/>
                  </a:cubicBezTo>
                  <a:cubicBezTo>
                    <a:pt x="2876296" y="48006"/>
                    <a:pt x="2876550" y="51562"/>
                    <a:pt x="2876550" y="55245"/>
                  </a:cubicBezTo>
                  <a:lnTo>
                    <a:pt x="2876550" y="2059305"/>
                  </a:lnTo>
                  <a:cubicBezTo>
                    <a:pt x="2876550" y="2062988"/>
                    <a:pt x="2876169" y="2066544"/>
                    <a:pt x="2875534" y="2070100"/>
                  </a:cubicBezTo>
                  <a:cubicBezTo>
                    <a:pt x="2874899" y="2073656"/>
                    <a:pt x="2873756" y="2077085"/>
                    <a:pt x="2872359" y="2080514"/>
                  </a:cubicBezTo>
                  <a:cubicBezTo>
                    <a:pt x="2870962" y="2083943"/>
                    <a:pt x="2869311" y="2086991"/>
                    <a:pt x="2867279" y="2090039"/>
                  </a:cubicBezTo>
                  <a:cubicBezTo>
                    <a:pt x="2865247" y="2093087"/>
                    <a:pt x="2862961" y="2095881"/>
                    <a:pt x="2860421" y="2098421"/>
                  </a:cubicBezTo>
                  <a:cubicBezTo>
                    <a:pt x="2857881" y="2100961"/>
                    <a:pt x="2855087" y="2103247"/>
                    <a:pt x="2852039" y="2105279"/>
                  </a:cubicBezTo>
                  <a:cubicBezTo>
                    <a:pt x="2848991" y="2107311"/>
                    <a:pt x="2845816" y="2108962"/>
                    <a:pt x="2842514" y="2110359"/>
                  </a:cubicBezTo>
                  <a:cubicBezTo>
                    <a:pt x="2839212" y="2111756"/>
                    <a:pt x="2835656" y="2112772"/>
                    <a:pt x="2832100" y="2113534"/>
                  </a:cubicBezTo>
                  <a:cubicBezTo>
                    <a:pt x="2828544" y="2114296"/>
                    <a:pt x="2824988" y="2114550"/>
                    <a:pt x="2821305" y="2114550"/>
                  </a:cubicBezTo>
                  <a:lnTo>
                    <a:pt x="55245" y="2114550"/>
                  </a:lnTo>
                  <a:cubicBezTo>
                    <a:pt x="51562" y="2114550"/>
                    <a:pt x="48006" y="2114169"/>
                    <a:pt x="44450" y="2113534"/>
                  </a:cubicBezTo>
                  <a:cubicBezTo>
                    <a:pt x="40894" y="2112899"/>
                    <a:pt x="37465" y="2111756"/>
                    <a:pt x="34036" y="2110359"/>
                  </a:cubicBezTo>
                  <a:cubicBezTo>
                    <a:pt x="30607" y="2108962"/>
                    <a:pt x="27559" y="2107311"/>
                    <a:pt x="24511" y="2105279"/>
                  </a:cubicBezTo>
                  <a:cubicBezTo>
                    <a:pt x="21463" y="2103247"/>
                    <a:pt x="18669" y="2100961"/>
                    <a:pt x="16129" y="2098421"/>
                  </a:cubicBezTo>
                  <a:cubicBezTo>
                    <a:pt x="13589" y="2095881"/>
                    <a:pt x="11303" y="2093087"/>
                    <a:pt x="9271" y="2090039"/>
                  </a:cubicBezTo>
                  <a:cubicBezTo>
                    <a:pt x="7239" y="2086991"/>
                    <a:pt x="5588" y="2083816"/>
                    <a:pt x="4191" y="2080514"/>
                  </a:cubicBezTo>
                  <a:cubicBezTo>
                    <a:pt x="2794" y="2077212"/>
                    <a:pt x="1778" y="2073656"/>
                    <a:pt x="1016" y="2070100"/>
                  </a:cubicBezTo>
                  <a:cubicBezTo>
                    <a:pt x="254" y="2066544"/>
                    <a:pt x="0" y="2062988"/>
                    <a:pt x="0" y="2059305"/>
                  </a:cubicBezTo>
                </a:path>
              </a:pathLst>
            </a:custGeom>
            <a:solidFill>
              <a:srgbClr val="CCEEFF"/>
            </a:solidFill>
          </p:spPr>
        </p:sp>
        <p:sp>
          <p:nvSpPr>
            <p:cNvPr name="Freeform 14" id="14"/>
            <p:cNvSpPr/>
            <p:nvPr/>
          </p:nvSpPr>
          <p:spPr>
            <a:xfrm flipH="false" flipV="false" rot="0">
              <a:off x="63373" y="63373"/>
              <a:ext cx="2886583" cy="2124329"/>
            </a:xfrm>
            <a:custGeom>
              <a:avLst/>
              <a:gdLst/>
              <a:ahLst/>
              <a:cxnLst/>
              <a:rect r="r" b="b" t="t" l="l"/>
              <a:pathLst>
                <a:path h="2124329" w="2886583">
                  <a:moveTo>
                    <a:pt x="127" y="2064131"/>
                  </a:moveTo>
                  <a:lnTo>
                    <a:pt x="127" y="60198"/>
                  </a:lnTo>
                  <a:lnTo>
                    <a:pt x="4953" y="60198"/>
                  </a:lnTo>
                  <a:lnTo>
                    <a:pt x="127" y="60198"/>
                  </a:lnTo>
                  <a:cubicBezTo>
                    <a:pt x="127" y="56261"/>
                    <a:pt x="508" y="52324"/>
                    <a:pt x="1270" y="48514"/>
                  </a:cubicBezTo>
                  <a:lnTo>
                    <a:pt x="5969" y="49403"/>
                  </a:lnTo>
                  <a:lnTo>
                    <a:pt x="1270" y="48514"/>
                  </a:lnTo>
                  <a:cubicBezTo>
                    <a:pt x="2032" y="44704"/>
                    <a:pt x="3175" y="40894"/>
                    <a:pt x="4699" y="37211"/>
                  </a:cubicBezTo>
                  <a:lnTo>
                    <a:pt x="9144" y="38989"/>
                  </a:lnTo>
                  <a:lnTo>
                    <a:pt x="4699" y="37211"/>
                  </a:lnTo>
                  <a:cubicBezTo>
                    <a:pt x="6223" y="33528"/>
                    <a:pt x="8001" y="30099"/>
                    <a:pt x="10287" y="26797"/>
                  </a:cubicBezTo>
                  <a:cubicBezTo>
                    <a:pt x="12446" y="23495"/>
                    <a:pt x="14986" y="20447"/>
                    <a:pt x="17780" y="17653"/>
                  </a:cubicBezTo>
                  <a:cubicBezTo>
                    <a:pt x="20574" y="14859"/>
                    <a:pt x="23622" y="12446"/>
                    <a:pt x="26924" y="10160"/>
                  </a:cubicBezTo>
                  <a:cubicBezTo>
                    <a:pt x="30226" y="8001"/>
                    <a:pt x="33655" y="6096"/>
                    <a:pt x="37338" y="4572"/>
                  </a:cubicBezTo>
                  <a:cubicBezTo>
                    <a:pt x="41021" y="3048"/>
                    <a:pt x="44704" y="1905"/>
                    <a:pt x="48641" y="1143"/>
                  </a:cubicBezTo>
                  <a:lnTo>
                    <a:pt x="49530" y="5842"/>
                  </a:lnTo>
                  <a:lnTo>
                    <a:pt x="48641" y="1143"/>
                  </a:lnTo>
                  <a:cubicBezTo>
                    <a:pt x="52451" y="381"/>
                    <a:pt x="56388" y="0"/>
                    <a:pt x="60325" y="0"/>
                  </a:cubicBezTo>
                  <a:lnTo>
                    <a:pt x="60325" y="4826"/>
                  </a:lnTo>
                  <a:lnTo>
                    <a:pt x="60325" y="127"/>
                  </a:lnTo>
                  <a:lnTo>
                    <a:pt x="2826385" y="127"/>
                  </a:lnTo>
                  <a:lnTo>
                    <a:pt x="2826385" y="4953"/>
                  </a:lnTo>
                  <a:lnTo>
                    <a:pt x="2826385" y="127"/>
                  </a:lnTo>
                  <a:cubicBezTo>
                    <a:pt x="2830322" y="127"/>
                    <a:pt x="2834259" y="508"/>
                    <a:pt x="2838069" y="1270"/>
                  </a:cubicBezTo>
                  <a:lnTo>
                    <a:pt x="2837180" y="5969"/>
                  </a:lnTo>
                  <a:lnTo>
                    <a:pt x="2838069" y="1270"/>
                  </a:lnTo>
                  <a:cubicBezTo>
                    <a:pt x="2842006" y="2032"/>
                    <a:pt x="2845689" y="3175"/>
                    <a:pt x="2849372" y="4699"/>
                  </a:cubicBezTo>
                  <a:lnTo>
                    <a:pt x="2847594" y="9144"/>
                  </a:lnTo>
                  <a:lnTo>
                    <a:pt x="2849372" y="4699"/>
                  </a:lnTo>
                  <a:cubicBezTo>
                    <a:pt x="2853055" y="6223"/>
                    <a:pt x="2856484" y="8001"/>
                    <a:pt x="2859786" y="10287"/>
                  </a:cubicBezTo>
                  <a:cubicBezTo>
                    <a:pt x="2863088" y="12446"/>
                    <a:pt x="2866136" y="14986"/>
                    <a:pt x="2868930" y="17780"/>
                  </a:cubicBezTo>
                  <a:lnTo>
                    <a:pt x="2865501" y="21209"/>
                  </a:lnTo>
                  <a:lnTo>
                    <a:pt x="2868930" y="17780"/>
                  </a:lnTo>
                  <a:cubicBezTo>
                    <a:pt x="2871724" y="20574"/>
                    <a:pt x="2874264" y="23622"/>
                    <a:pt x="2876423" y="26924"/>
                  </a:cubicBezTo>
                  <a:cubicBezTo>
                    <a:pt x="2878582" y="30226"/>
                    <a:pt x="2880487" y="33655"/>
                    <a:pt x="2882011" y="37211"/>
                  </a:cubicBezTo>
                  <a:cubicBezTo>
                    <a:pt x="2883535" y="40894"/>
                    <a:pt x="2884678" y="44577"/>
                    <a:pt x="2885440" y="48514"/>
                  </a:cubicBezTo>
                  <a:lnTo>
                    <a:pt x="2880741" y="49403"/>
                  </a:lnTo>
                  <a:lnTo>
                    <a:pt x="2885440" y="48514"/>
                  </a:lnTo>
                  <a:cubicBezTo>
                    <a:pt x="2886202" y="52324"/>
                    <a:pt x="2886583" y="56261"/>
                    <a:pt x="2886583" y="60198"/>
                  </a:cubicBezTo>
                  <a:lnTo>
                    <a:pt x="2881757" y="60198"/>
                  </a:lnTo>
                  <a:lnTo>
                    <a:pt x="2886583" y="60198"/>
                  </a:lnTo>
                  <a:lnTo>
                    <a:pt x="2886583" y="2064258"/>
                  </a:lnTo>
                  <a:lnTo>
                    <a:pt x="2881757" y="2064258"/>
                  </a:lnTo>
                  <a:lnTo>
                    <a:pt x="2886583" y="2064258"/>
                  </a:lnTo>
                  <a:cubicBezTo>
                    <a:pt x="2886583" y="2068195"/>
                    <a:pt x="2886202" y="2072132"/>
                    <a:pt x="2885440" y="2075942"/>
                  </a:cubicBezTo>
                  <a:lnTo>
                    <a:pt x="2880741" y="2075053"/>
                  </a:lnTo>
                  <a:lnTo>
                    <a:pt x="2885440" y="2075942"/>
                  </a:lnTo>
                  <a:cubicBezTo>
                    <a:pt x="2884678" y="2079879"/>
                    <a:pt x="2883535" y="2083562"/>
                    <a:pt x="2882011" y="2087245"/>
                  </a:cubicBezTo>
                  <a:cubicBezTo>
                    <a:pt x="2880487" y="2090928"/>
                    <a:pt x="2878709" y="2094357"/>
                    <a:pt x="2876423" y="2097532"/>
                  </a:cubicBezTo>
                  <a:cubicBezTo>
                    <a:pt x="2874264" y="2100834"/>
                    <a:pt x="2871724" y="2103882"/>
                    <a:pt x="2868930" y="2106676"/>
                  </a:cubicBezTo>
                  <a:lnTo>
                    <a:pt x="2865501" y="2103247"/>
                  </a:lnTo>
                  <a:lnTo>
                    <a:pt x="2868930" y="2106676"/>
                  </a:lnTo>
                  <a:cubicBezTo>
                    <a:pt x="2866136" y="2109470"/>
                    <a:pt x="2863088" y="2112010"/>
                    <a:pt x="2859786" y="2114169"/>
                  </a:cubicBezTo>
                  <a:cubicBezTo>
                    <a:pt x="2856484" y="2116328"/>
                    <a:pt x="2853055" y="2118233"/>
                    <a:pt x="2849372" y="2119757"/>
                  </a:cubicBezTo>
                  <a:cubicBezTo>
                    <a:pt x="2845689" y="2121281"/>
                    <a:pt x="2842006" y="2122424"/>
                    <a:pt x="2838069" y="2123186"/>
                  </a:cubicBezTo>
                  <a:lnTo>
                    <a:pt x="2837180" y="2118487"/>
                  </a:lnTo>
                  <a:lnTo>
                    <a:pt x="2838069" y="2123186"/>
                  </a:lnTo>
                  <a:cubicBezTo>
                    <a:pt x="2834259" y="2123948"/>
                    <a:pt x="2830322" y="2124329"/>
                    <a:pt x="2826385" y="2124329"/>
                  </a:cubicBezTo>
                  <a:lnTo>
                    <a:pt x="2826385" y="2119503"/>
                  </a:lnTo>
                  <a:lnTo>
                    <a:pt x="2826385" y="2124329"/>
                  </a:lnTo>
                  <a:lnTo>
                    <a:pt x="60198" y="2124329"/>
                  </a:lnTo>
                  <a:lnTo>
                    <a:pt x="60198" y="2119503"/>
                  </a:lnTo>
                  <a:lnTo>
                    <a:pt x="60198" y="2124329"/>
                  </a:lnTo>
                  <a:cubicBezTo>
                    <a:pt x="56261" y="2124329"/>
                    <a:pt x="52324" y="2123948"/>
                    <a:pt x="48514" y="2123186"/>
                  </a:cubicBezTo>
                  <a:lnTo>
                    <a:pt x="49403" y="2118487"/>
                  </a:lnTo>
                  <a:lnTo>
                    <a:pt x="48514" y="2123186"/>
                  </a:lnTo>
                  <a:cubicBezTo>
                    <a:pt x="44577" y="2122424"/>
                    <a:pt x="40894" y="2121281"/>
                    <a:pt x="37211" y="2119757"/>
                  </a:cubicBezTo>
                  <a:cubicBezTo>
                    <a:pt x="33528" y="2118233"/>
                    <a:pt x="30099" y="2116455"/>
                    <a:pt x="26797" y="2114169"/>
                  </a:cubicBezTo>
                  <a:cubicBezTo>
                    <a:pt x="23495" y="2112010"/>
                    <a:pt x="20447" y="2109470"/>
                    <a:pt x="17653" y="2106676"/>
                  </a:cubicBezTo>
                  <a:cubicBezTo>
                    <a:pt x="14859" y="2103882"/>
                    <a:pt x="12319" y="2100834"/>
                    <a:pt x="10160" y="2097532"/>
                  </a:cubicBezTo>
                  <a:lnTo>
                    <a:pt x="14097" y="2094865"/>
                  </a:lnTo>
                  <a:lnTo>
                    <a:pt x="10160" y="2097532"/>
                  </a:lnTo>
                  <a:cubicBezTo>
                    <a:pt x="8001" y="2094230"/>
                    <a:pt x="6096" y="2090801"/>
                    <a:pt x="4572" y="2087118"/>
                  </a:cubicBezTo>
                  <a:lnTo>
                    <a:pt x="9017" y="2085340"/>
                  </a:lnTo>
                  <a:lnTo>
                    <a:pt x="4572" y="2087118"/>
                  </a:lnTo>
                  <a:cubicBezTo>
                    <a:pt x="3048" y="2083435"/>
                    <a:pt x="1905" y="2079752"/>
                    <a:pt x="1143" y="2075815"/>
                  </a:cubicBezTo>
                  <a:cubicBezTo>
                    <a:pt x="381" y="2071878"/>
                    <a:pt x="0" y="2068068"/>
                    <a:pt x="0" y="2064131"/>
                  </a:cubicBezTo>
                  <a:lnTo>
                    <a:pt x="4826" y="2064131"/>
                  </a:lnTo>
                  <a:lnTo>
                    <a:pt x="127" y="2064131"/>
                  </a:lnTo>
                  <a:moveTo>
                    <a:pt x="9652" y="2064131"/>
                  </a:moveTo>
                  <a:cubicBezTo>
                    <a:pt x="9652" y="2067433"/>
                    <a:pt x="10033" y="2070735"/>
                    <a:pt x="10668" y="2074037"/>
                  </a:cubicBezTo>
                  <a:lnTo>
                    <a:pt x="5969" y="2074926"/>
                  </a:lnTo>
                  <a:lnTo>
                    <a:pt x="10668" y="2074037"/>
                  </a:lnTo>
                  <a:cubicBezTo>
                    <a:pt x="11303" y="2077339"/>
                    <a:pt x="12319" y="2080387"/>
                    <a:pt x="13589" y="2083562"/>
                  </a:cubicBezTo>
                  <a:cubicBezTo>
                    <a:pt x="14859" y="2086610"/>
                    <a:pt x="16383" y="2089531"/>
                    <a:pt x="18288" y="2092325"/>
                  </a:cubicBezTo>
                  <a:cubicBezTo>
                    <a:pt x="20066" y="2095119"/>
                    <a:pt x="22225" y="2097659"/>
                    <a:pt x="24511" y="2099945"/>
                  </a:cubicBezTo>
                  <a:lnTo>
                    <a:pt x="21082" y="2103374"/>
                  </a:lnTo>
                  <a:lnTo>
                    <a:pt x="24511" y="2099945"/>
                  </a:lnTo>
                  <a:cubicBezTo>
                    <a:pt x="26797" y="2102231"/>
                    <a:pt x="29464" y="2104390"/>
                    <a:pt x="32131" y="2106168"/>
                  </a:cubicBezTo>
                  <a:lnTo>
                    <a:pt x="29464" y="2110105"/>
                  </a:lnTo>
                  <a:lnTo>
                    <a:pt x="32131" y="2106168"/>
                  </a:lnTo>
                  <a:cubicBezTo>
                    <a:pt x="34925" y="2107946"/>
                    <a:pt x="37846" y="2109597"/>
                    <a:pt x="40894" y="2110867"/>
                  </a:cubicBezTo>
                  <a:lnTo>
                    <a:pt x="39116" y="2115312"/>
                  </a:lnTo>
                  <a:lnTo>
                    <a:pt x="40894" y="2110867"/>
                  </a:lnTo>
                  <a:cubicBezTo>
                    <a:pt x="43942" y="2112137"/>
                    <a:pt x="47117" y="2113153"/>
                    <a:pt x="50419" y="2113788"/>
                  </a:cubicBezTo>
                  <a:cubicBezTo>
                    <a:pt x="53721" y="2114423"/>
                    <a:pt x="56896" y="2114804"/>
                    <a:pt x="60325" y="2114804"/>
                  </a:cubicBezTo>
                  <a:lnTo>
                    <a:pt x="2826385" y="2114804"/>
                  </a:lnTo>
                  <a:cubicBezTo>
                    <a:pt x="2829687" y="2114804"/>
                    <a:pt x="2832989" y="2114423"/>
                    <a:pt x="2836164" y="2113788"/>
                  </a:cubicBezTo>
                  <a:cubicBezTo>
                    <a:pt x="2839466" y="2113153"/>
                    <a:pt x="2842514" y="2112137"/>
                    <a:pt x="2845689" y="2110867"/>
                  </a:cubicBezTo>
                  <a:lnTo>
                    <a:pt x="2847467" y="2115312"/>
                  </a:lnTo>
                  <a:lnTo>
                    <a:pt x="2845689" y="2110867"/>
                  </a:lnTo>
                  <a:cubicBezTo>
                    <a:pt x="2848737" y="2109597"/>
                    <a:pt x="2851658" y="2108073"/>
                    <a:pt x="2854452" y="2106168"/>
                  </a:cubicBezTo>
                  <a:lnTo>
                    <a:pt x="2857119" y="2110105"/>
                  </a:lnTo>
                  <a:lnTo>
                    <a:pt x="2854452" y="2106168"/>
                  </a:lnTo>
                  <a:cubicBezTo>
                    <a:pt x="2857246" y="2104263"/>
                    <a:pt x="2859786" y="2102231"/>
                    <a:pt x="2862072" y="2099945"/>
                  </a:cubicBezTo>
                  <a:cubicBezTo>
                    <a:pt x="2864358" y="2097659"/>
                    <a:pt x="2866517" y="2094992"/>
                    <a:pt x="2868295" y="2092325"/>
                  </a:cubicBezTo>
                  <a:lnTo>
                    <a:pt x="2872232" y="2094992"/>
                  </a:lnTo>
                  <a:lnTo>
                    <a:pt x="2868295" y="2092325"/>
                  </a:lnTo>
                  <a:cubicBezTo>
                    <a:pt x="2870073" y="2089531"/>
                    <a:pt x="2871724" y="2086610"/>
                    <a:pt x="2872994" y="2083562"/>
                  </a:cubicBezTo>
                  <a:lnTo>
                    <a:pt x="2877439" y="2085340"/>
                  </a:lnTo>
                  <a:lnTo>
                    <a:pt x="2872994" y="2083562"/>
                  </a:lnTo>
                  <a:cubicBezTo>
                    <a:pt x="2874264" y="2080514"/>
                    <a:pt x="2875280" y="2077339"/>
                    <a:pt x="2875915" y="2074037"/>
                  </a:cubicBezTo>
                  <a:cubicBezTo>
                    <a:pt x="2876550" y="2070735"/>
                    <a:pt x="2876931" y="2067560"/>
                    <a:pt x="2876931" y="2064131"/>
                  </a:cubicBezTo>
                  <a:lnTo>
                    <a:pt x="2876931" y="60198"/>
                  </a:lnTo>
                  <a:cubicBezTo>
                    <a:pt x="2876931" y="56896"/>
                    <a:pt x="2876550" y="53594"/>
                    <a:pt x="2875915" y="50292"/>
                  </a:cubicBezTo>
                  <a:cubicBezTo>
                    <a:pt x="2875280" y="47117"/>
                    <a:pt x="2874264" y="43942"/>
                    <a:pt x="2872994" y="40767"/>
                  </a:cubicBezTo>
                  <a:lnTo>
                    <a:pt x="2877439" y="38989"/>
                  </a:lnTo>
                  <a:lnTo>
                    <a:pt x="2872994" y="40767"/>
                  </a:lnTo>
                  <a:cubicBezTo>
                    <a:pt x="2871724" y="37719"/>
                    <a:pt x="2870200" y="34798"/>
                    <a:pt x="2868295" y="32004"/>
                  </a:cubicBezTo>
                  <a:lnTo>
                    <a:pt x="2872232" y="29337"/>
                  </a:lnTo>
                  <a:lnTo>
                    <a:pt x="2868295" y="32004"/>
                  </a:lnTo>
                  <a:cubicBezTo>
                    <a:pt x="2866390" y="29210"/>
                    <a:pt x="2864358" y="26670"/>
                    <a:pt x="2862072" y="24384"/>
                  </a:cubicBezTo>
                  <a:cubicBezTo>
                    <a:pt x="2859786" y="22098"/>
                    <a:pt x="2857119" y="19939"/>
                    <a:pt x="2854452" y="18161"/>
                  </a:cubicBezTo>
                  <a:lnTo>
                    <a:pt x="2857119" y="14224"/>
                  </a:lnTo>
                  <a:lnTo>
                    <a:pt x="2854452" y="18161"/>
                  </a:lnTo>
                  <a:cubicBezTo>
                    <a:pt x="2851658" y="16256"/>
                    <a:pt x="2848737" y="14732"/>
                    <a:pt x="2845689" y="13462"/>
                  </a:cubicBezTo>
                  <a:cubicBezTo>
                    <a:pt x="2842641" y="12192"/>
                    <a:pt x="2839466" y="11176"/>
                    <a:pt x="2836291" y="10541"/>
                  </a:cubicBezTo>
                  <a:cubicBezTo>
                    <a:pt x="2832989" y="9906"/>
                    <a:pt x="2829814" y="9525"/>
                    <a:pt x="2826512" y="9525"/>
                  </a:cubicBezTo>
                  <a:lnTo>
                    <a:pt x="60198" y="9525"/>
                  </a:lnTo>
                  <a:cubicBezTo>
                    <a:pt x="56896" y="9525"/>
                    <a:pt x="53594" y="9906"/>
                    <a:pt x="50292" y="10541"/>
                  </a:cubicBezTo>
                  <a:cubicBezTo>
                    <a:pt x="47117" y="11176"/>
                    <a:pt x="43942" y="12192"/>
                    <a:pt x="40767" y="13462"/>
                  </a:cubicBezTo>
                  <a:lnTo>
                    <a:pt x="38989" y="9017"/>
                  </a:lnTo>
                  <a:lnTo>
                    <a:pt x="40767" y="13462"/>
                  </a:lnTo>
                  <a:cubicBezTo>
                    <a:pt x="37719" y="14732"/>
                    <a:pt x="34798" y="16256"/>
                    <a:pt x="32004" y="18161"/>
                  </a:cubicBezTo>
                  <a:lnTo>
                    <a:pt x="29337" y="14224"/>
                  </a:lnTo>
                  <a:lnTo>
                    <a:pt x="32004" y="18161"/>
                  </a:lnTo>
                  <a:cubicBezTo>
                    <a:pt x="29210" y="20066"/>
                    <a:pt x="26670" y="22098"/>
                    <a:pt x="24384" y="24384"/>
                  </a:cubicBezTo>
                  <a:lnTo>
                    <a:pt x="20955" y="20955"/>
                  </a:lnTo>
                  <a:lnTo>
                    <a:pt x="24384" y="24384"/>
                  </a:lnTo>
                  <a:cubicBezTo>
                    <a:pt x="22098" y="26670"/>
                    <a:pt x="19939" y="29337"/>
                    <a:pt x="18161" y="32004"/>
                  </a:cubicBezTo>
                  <a:lnTo>
                    <a:pt x="14224" y="29337"/>
                  </a:lnTo>
                  <a:lnTo>
                    <a:pt x="18161" y="32004"/>
                  </a:lnTo>
                  <a:cubicBezTo>
                    <a:pt x="16256" y="34798"/>
                    <a:pt x="14732" y="37719"/>
                    <a:pt x="13462" y="40767"/>
                  </a:cubicBezTo>
                  <a:cubicBezTo>
                    <a:pt x="12192" y="43815"/>
                    <a:pt x="11176" y="46990"/>
                    <a:pt x="10541" y="50292"/>
                  </a:cubicBezTo>
                  <a:cubicBezTo>
                    <a:pt x="9906" y="53594"/>
                    <a:pt x="9525" y="56769"/>
                    <a:pt x="9525" y="60198"/>
                  </a:cubicBezTo>
                  <a:lnTo>
                    <a:pt x="9525" y="2064258"/>
                  </a:lnTo>
                  <a:close/>
                </a:path>
              </a:pathLst>
            </a:custGeom>
            <a:solidFill>
              <a:srgbClr val="B2D4E5"/>
            </a:solidFill>
          </p:spPr>
        </p:sp>
      </p:grpSp>
      <p:grpSp>
        <p:nvGrpSpPr>
          <p:cNvPr name="Group 15" id="15"/>
          <p:cNvGrpSpPr/>
          <p:nvPr/>
        </p:nvGrpSpPr>
        <p:grpSpPr>
          <a:xfrm rot="0">
            <a:off x="536572" y="4346572"/>
            <a:ext cx="6070597" cy="1422397"/>
            <a:chOff x="0" y="0"/>
            <a:chExt cx="6070600" cy="1422400"/>
          </a:xfrm>
        </p:grpSpPr>
        <p:sp>
          <p:nvSpPr>
            <p:cNvPr name="Freeform 16" id="16"/>
            <p:cNvSpPr/>
            <p:nvPr/>
          </p:nvSpPr>
          <p:spPr>
            <a:xfrm flipH="false" flipV="false" rot="0">
              <a:off x="68326" y="68199"/>
              <a:ext cx="5933948" cy="1285874"/>
            </a:xfrm>
            <a:custGeom>
              <a:avLst/>
              <a:gdLst/>
              <a:ahLst/>
              <a:cxnLst/>
              <a:rect r="r" b="b" t="t" l="l"/>
              <a:pathLst>
                <a:path h="1285874" w="5933948">
                  <a:moveTo>
                    <a:pt x="0" y="1230756"/>
                  </a:moveTo>
                  <a:lnTo>
                    <a:pt x="0" y="55245"/>
                  </a:lnTo>
                  <a:cubicBezTo>
                    <a:pt x="0" y="51562"/>
                    <a:pt x="381" y="48006"/>
                    <a:pt x="1016" y="44450"/>
                  </a:cubicBezTo>
                  <a:cubicBezTo>
                    <a:pt x="1651" y="40894"/>
                    <a:pt x="2794" y="37465"/>
                    <a:pt x="4191" y="34036"/>
                  </a:cubicBezTo>
                  <a:cubicBezTo>
                    <a:pt x="5588" y="30607"/>
                    <a:pt x="7239" y="27559"/>
                    <a:pt x="9271" y="24511"/>
                  </a:cubicBezTo>
                  <a:cubicBezTo>
                    <a:pt x="11303" y="21463"/>
                    <a:pt x="13589" y="18669"/>
                    <a:pt x="16129" y="16129"/>
                  </a:cubicBezTo>
                  <a:cubicBezTo>
                    <a:pt x="18669" y="13589"/>
                    <a:pt x="21463" y="11303"/>
                    <a:pt x="24511" y="9271"/>
                  </a:cubicBezTo>
                  <a:cubicBezTo>
                    <a:pt x="27559" y="7239"/>
                    <a:pt x="30734" y="5588"/>
                    <a:pt x="34036" y="4191"/>
                  </a:cubicBezTo>
                  <a:cubicBezTo>
                    <a:pt x="37338" y="2794"/>
                    <a:pt x="40894" y="1778"/>
                    <a:pt x="44450" y="1016"/>
                  </a:cubicBezTo>
                  <a:cubicBezTo>
                    <a:pt x="48006" y="254"/>
                    <a:pt x="51562" y="0"/>
                    <a:pt x="55245" y="0"/>
                  </a:cubicBezTo>
                  <a:lnTo>
                    <a:pt x="5878703" y="0"/>
                  </a:lnTo>
                  <a:cubicBezTo>
                    <a:pt x="5882386" y="0"/>
                    <a:pt x="5885942" y="381"/>
                    <a:pt x="5889498" y="1016"/>
                  </a:cubicBezTo>
                  <a:cubicBezTo>
                    <a:pt x="5893054" y="1651"/>
                    <a:pt x="5896483" y="2794"/>
                    <a:pt x="5899912" y="4191"/>
                  </a:cubicBezTo>
                  <a:cubicBezTo>
                    <a:pt x="5903341" y="5588"/>
                    <a:pt x="5906516" y="7239"/>
                    <a:pt x="5909437" y="9271"/>
                  </a:cubicBezTo>
                  <a:cubicBezTo>
                    <a:pt x="5912358" y="11303"/>
                    <a:pt x="5915279" y="13589"/>
                    <a:pt x="5917819" y="16129"/>
                  </a:cubicBezTo>
                  <a:cubicBezTo>
                    <a:pt x="5920359" y="18669"/>
                    <a:pt x="5922645" y="21463"/>
                    <a:pt x="5924677" y="24511"/>
                  </a:cubicBezTo>
                  <a:cubicBezTo>
                    <a:pt x="5926709" y="27559"/>
                    <a:pt x="5928360" y="30734"/>
                    <a:pt x="5929757" y="34036"/>
                  </a:cubicBezTo>
                  <a:cubicBezTo>
                    <a:pt x="5931154" y="37338"/>
                    <a:pt x="5932170" y="40894"/>
                    <a:pt x="5932932" y="44450"/>
                  </a:cubicBezTo>
                  <a:cubicBezTo>
                    <a:pt x="5933694" y="48006"/>
                    <a:pt x="5933948" y="51562"/>
                    <a:pt x="5933948" y="55245"/>
                  </a:cubicBezTo>
                  <a:lnTo>
                    <a:pt x="5933948" y="1230629"/>
                  </a:lnTo>
                  <a:cubicBezTo>
                    <a:pt x="5933948" y="1234312"/>
                    <a:pt x="5933567" y="1237868"/>
                    <a:pt x="5932932" y="1241424"/>
                  </a:cubicBezTo>
                  <a:cubicBezTo>
                    <a:pt x="5932297" y="1244980"/>
                    <a:pt x="5931154" y="1248409"/>
                    <a:pt x="5929757" y="1251838"/>
                  </a:cubicBezTo>
                  <a:cubicBezTo>
                    <a:pt x="5928360" y="1255267"/>
                    <a:pt x="5926709" y="1258315"/>
                    <a:pt x="5924677" y="1261363"/>
                  </a:cubicBezTo>
                  <a:cubicBezTo>
                    <a:pt x="5922645" y="1264411"/>
                    <a:pt x="5920359" y="1267205"/>
                    <a:pt x="5917819" y="1269745"/>
                  </a:cubicBezTo>
                  <a:cubicBezTo>
                    <a:pt x="5915279" y="1272285"/>
                    <a:pt x="5912485" y="1274571"/>
                    <a:pt x="5909437" y="1276603"/>
                  </a:cubicBezTo>
                  <a:cubicBezTo>
                    <a:pt x="5906389" y="1278635"/>
                    <a:pt x="5903214" y="1280286"/>
                    <a:pt x="5899912" y="1281683"/>
                  </a:cubicBezTo>
                  <a:cubicBezTo>
                    <a:pt x="5896610" y="1283080"/>
                    <a:pt x="5893054" y="1284096"/>
                    <a:pt x="5889498" y="1284858"/>
                  </a:cubicBezTo>
                  <a:cubicBezTo>
                    <a:pt x="5885942" y="1285620"/>
                    <a:pt x="5882386" y="1285874"/>
                    <a:pt x="5878703" y="1285874"/>
                  </a:cubicBezTo>
                  <a:lnTo>
                    <a:pt x="55245" y="1285874"/>
                  </a:lnTo>
                  <a:cubicBezTo>
                    <a:pt x="51562" y="1285874"/>
                    <a:pt x="48006" y="1285493"/>
                    <a:pt x="44450" y="1284858"/>
                  </a:cubicBezTo>
                  <a:cubicBezTo>
                    <a:pt x="40894" y="1284223"/>
                    <a:pt x="37465" y="1283080"/>
                    <a:pt x="34036" y="1281683"/>
                  </a:cubicBezTo>
                  <a:cubicBezTo>
                    <a:pt x="30607" y="1280286"/>
                    <a:pt x="27559" y="1278635"/>
                    <a:pt x="24511" y="1276603"/>
                  </a:cubicBezTo>
                  <a:cubicBezTo>
                    <a:pt x="21463" y="1274571"/>
                    <a:pt x="18669" y="1272285"/>
                    <a:pt x="16129" y="1269745"/>
                  </a:cubicBezTo>
                  <a:cubicBezTo>
                    <a:pt x="13589" y="1267205"/>
                    <a:pt x="11303" y="1264411"/>
                    <a:pt x="9271" y="1261363"/>
                  </a:cubicBezTo>
                  <a:cubicBezTo>
                    <a:pt x="7239" y="1258315"/>
                    <a:pt x="5588" y="1255140"/>
                    <a:pt x="4191" y="1251838"/>
                  </a:cubicBezTo>
                  <a:cubicBezTo>
                    <a:pt x="2794" y="1248536"/>
                    <a:pt x="1778" y="1244980"/>
                    <a:pt x="1016" y="1241424"/>
                  </a:cubicBezTo>
                  <a:cubicBezTo>
                    <a:pt x="254" y="1237868"/>
                    <a:pt x="0" y="1234312"/>
                    <a:pt x="0" y="1230629"/>
                  </a:cubicBezTo>
                </a:path>
              </a:pathLst>
            </a:custGeom>
            <a:solidFill>
              <a:srgbClr val="CCEEFF"/>
            </a:solidFill>
          </p:spPr>
        </p:sp>
        <p:sp>
          <p:nvSpPr>
            <p:cNvPr name="Freeform 17" id="17"/>
            <p:cNvSpPr/>
            <p:nvPr/>
          </p:nvSpPr>
          <p:spPr>
            <a:xfrm flipH="false" flipV="false" rot="0">
              <a:off x="63373" y="63500"/>
              <a:ext cx="5943854" cy="1295780"/>
            </a:xfrm>
            <a:custGeom>
              <a:avLst/>
              <a:gdLst/>
              <a:ahLst/>
              <a:cxnLst/>
              <a:rect r="r" b="b" t="t" l="l"/>
              <a:pathLst>
                <a:path h="1295780" w="5943854">
                  <a:moveTo>
                    <a:pt x="127" y="1235455"/>
                  </a:moveTo>
                  <a:lnTo>
                    <a:pt x="127" y="59944"/>
                  </a:lnTo>
                  <a:lnTo>
                    <a:pt x="4953" y="59944"/>
                  </a:lnTo>
                  <a:lnTo>
                    <a:pt x="127" y="59944"/>
                  </a:lnTo>
                  <a:cubicBezTo>
                    <a:pt x="127" y="56007"/>
                    <a:pt x="508" y="52070"/>
                    <a:pt x="1270" y="48260"/>
                  </a:cubicBezTo>
                  <a:cubicBezTo>
                    <a:pt x="2032" y="44450"/>
                    <a:pt x="3175" y="40640"/>
                    <a:pt x="4699" y="36957"/>
                  </a:cubicBezTo>
                  <a:lnTo>
                    <a:pt x="9144" y="38735"/>
                  </a:lnTo>
                  <a:lnTo>
                    <a:pt x="4699" y="36957"/>
                  </a:lnTo>
                  <a:cubicBezTo>
                    <a:pt x="6223" y="33274"/>
                    <a:pt x="8001" y="29845"/>
                    <a:pt x="10287" y="26543"/>
                  </a:cubicBezTo>
                  <a:cubicBezTo>
                    <a:pt x="12446" y="23241"/>
                    <a:pt x="14986" y="20193"/>
                    <a:pt x="17780" y="17399"/>
                  </a:cubicBezTo>
                  <a:cubicBezTo>
                    <a:pt x="20574" y="14605"/>
                    <a:pt x="23622" y="12192"/>
                    <a:pt x="26924" y="9906"/>
                  </a:cubicBezTo>
                  <a:lnTo>
                    <a:pt x="29591" y="13843"/>
                  </a:lnTo>
                  <a:lnTo>
                    <a:pt x="26797" y="10160"/>
                  </a:lnTo>
                  <a:cubicBezTo>
                    <a:pt x="30099" y="8001"/>
                    <a:pt x="33528" y="6096"/>
                    <a:pt x="37211" y="4572"/>
                  </a:cubicBezTo>
                  <a:cubicBezTo>
                    <a:pt x="40894" y="3048"/>
                    <a:pt x="44577" y="1905"/>
                    <a:pt x="48514" y="1143"/>
                  </a:cubicBezTo>
                  <a:lnTo>
                    <a:pt x="49403" y="5842"/>
                  </a:lnTo>
                  <a:lnTo>
                    <a:pt x="48514" y="1143"/>
                  </a:lnTo>
                  <a:cubicBezTo>
                    <a:pt x="52324" y="381"/>
                    <a:pt x="56261" y="0"/>
                    <a:pt x="60198" y="0"/>
                  </a:cubicBezTo>
                  <a:lnTo>
                    <a:pt x="60198" y="4826"/>
                  </a:lnTo>
                  <a:lnTo>
                    <a:pt x="60198" y="0"/>
                  </a:lnTo>
                  <a:lnTo>
                    <a:pt x="5883656" y="0"/>
                  </a:lnTo>
                  <a:lnTo>
                    <a:pt x="5883656" y="4826"/>
                  </a:lnTo>
                  <a:lnTo>
                    <a:pt x="5883656" y="0"/>
                  </a:lnTo>
                  <a:cubicBezTo>
                    <a:pt x="5887593" y="0"/>
                    <a:pt x="5891530" y="381"/>
                    <a:pt x="5895340" y="1143"/>
                  </a:cubicBezTo>
                  <a:lnTo>
                    <a:pt x="5894451" y="5842"/>
                  </a:lnTo>
                  <a:lnTo>
                    <a:pt x="5895340" y="1143"/>
                  </a:lnTo>
                  <a:cubicBezTo>
                    <a:pt x="5899277" y="1905"/>
                    <a:pt x="5902960" y="3048"/>
                    <a:pt x="5906643" y="4572"/>
                  </a:cubicBezTo>
                  <a:lnTo>
                    <a:pt x="5904865" y="9017"/>
                  </a:lnTo>
                  <a:lnTo>
                    <a:pt x="5906643" y="4572"/>
                  </a:lnTo>
                  <a:cubicBezTo>
                    <a:pt x="5910326" y="6096"/>
                    <a:pt x="5913755" y="7874"/>
                    <a:pt x="5917057" y="10160"/>
                  </a:cubicBezTo>
                  <a:cubicBezTo>
                    <a:pt x="5920359" y="12319"/>
                    <a:pt x="5923407" y="14859"/>
                    <a:pt x="5926201" y="17653"/>
                  </a:cubicBezTo>
                  <a:lnTo>
                    <a:pt x="5922772" y="21082"/>
                  </a:lnTo>
                  <a:lnTo>
                    <a:pt x="5926201" y="17653"/>
                  </a:lnTo>
                  <a:cubicBezTo>
                    <a:pt x="5928995" y="20447"/>
                    <a:pt x="5931535" y="23495"/>
                    <a:pt x="5933694" y="26797"/>
                  </a:cubicBezTo>
                  <a:cubicBezTo>
                    <a:pt x="5935853" y="30099"/>
                    <a:pt x="5937758" y="33528"/>
                    <a:pt x="5939282" y="37211"/>
                  </a:cubicBezTo>
                  <a:cubicBezTo>
                    <a:pt x="5940806" y="40894"/>
                    <a:pt x="5941949" y="44577"/>
                    <a:pt x="5942711" y="48514"/>
                  </a:cubicBezTo>
                  <a:lnTo>
                    <a:pt x="5938012" y="49403"/>
                  </a:lnTo>
                  <a:lnTo>
                    <a:pt x="5942711" y="48514"/>
                  </a:lnTo>
                  <a:cubicBezTo>
                    <a:pt x="5943473" y="52324"/>
                    <a:pt x="5943854" y="56261"/>
                    <a:pt x="5943854" y="60198"/>
                  </a:cubicBezTo>
                  <a:lnTo>
                    <a:pt x="5939028" y="60198"/>
                  </a:lnTo>
                  <a:lnTo>
                    <a:pt x="5943854" y="60198"/>
                  </a:lnTo>
                  <a:lnTo>
                    <a:pt x="5943854" y="1235582"/>
                  </a:lnTo>
                  <a:lnTo>
                    <a:pt x="5939028" y="1235582"/>
                  </a:lnTo>
                  <a:lnTo>
                    <a:pt x="5943854" y="1235582"/>
                  </a:lnTo>
                  <a:cubicBezTo>
                    <a:pt x="5943854" y="1239519"/>
                    <a:pt x="5943473" y="1243456"/>
                    <a:pt x="5942711" y="1247266"/>
                  </a:cubicBezTo>
                  <a:lnTo>
                    <a:pt x="5938012" y="1246377"/>
                  </a:lnTo>
                  <a:lnTo>
                    <a:pt x="5942711" y="1247266"/>
                  </a:lnTo>
                  <a:cubicBezTo>
                    <a:pt x="5941949" y="1251203"/>
                    <a:pt x="5940806" y="1254886"/>
                    <a:pt x="5939282" y="1258569"/>
                  </a:cubicBezTo>
                  <a:cubicBezTo>
                    <a:pt x="5937758" y="1262252"/>
                    <a:pt x="5935980" y="1265681"/>
                    <a:pt x="5933694" y="1268983"/>
                  </a:cubicBezTo>
                  <a:cubicBezTo>
                    <a:pt x="5931535" y="1272285"/>
                    <a:pt x="5928995" y="1275333"/>
                    <a:pt x="5926201" y="1278127"/>
                  </a:cubicBezTo>
                  <a:cubicBezTo>
                    <a:pt x="5923407" y="1280921"/>
                    <a:pt x="5920359" y="1283334"/>
                    <a:pt x="5917057" y="1285620"/>
                  </a:cubicBezTo>
                  <a:cubicBezTo>
                    <a:pt x="5913755" y="1287779"/>
                    <a:pt x="5910326" y="1289684"/>
                    <a:pt x="5906643" y="1291208"/>
                  </a:cubicBezTo>
                  <a:lnTo>
                    <a:pt x="5904865" y="1286763"/>
                  </a:lnTo>
                  <a:lnTo>
                    <a:pt x="5906643" y="1291208"/>
                  </a:lnTo>
                  <a:cubicBezTo>
                    <a:pt x="5902960" y="1292732"/>
                    <a:pt x="5899277" y="1293875"/>
                    <a:pt x="5895340" y="1294637"/>
                  </a:cubicBezTo>
                  <a:cubicBezTo>
                    <a:pt x="5891530" y="1295399"/>
                    <a:pt x="5887593" y="1295780"/>
                    <a:pt x="5883656" y="1295780"/>
                  </a:cubicBezTo>
                  <a:lnTo>
                    <a:pt x="5883656" y="1290954"/>
                  </a:lnTo>
                  <a:lnTo>
                    <a:pt x="5883656" y="1295780"/>
                  </a:lnTo>
                  <a:lnTo>
                    <a:pt x="60198" y="1295780"/>
                  </a:lnTo>
                  <a:lnTo>
                    <a:pt x="60198" y="1290954"/>
                  </a:lnTo>
                  <a:lnTo>
                    <a:pt x="60198" y="1295780"/>
                  </a:lnTo>
                  <a:cubicBezTo>
                    <a:pt x="56261" y="1295780"/>
                    <a:pt x="52324" y="1295399"/>
                    <a:pt x="48514" y="1294637"/>
                  </a:cubicBezTo>
                  <a:cubicBezTo>
                    <a:pt x="44704" y="1293875"/>
                    <a:pt x="40894" y="1292732"/>
                    <a:pt x="37211" y="1291208"/>
                  </a:cubicBezTo>
                  <a:cubicBezTo>
                    <a:pt x="33528" y="1289684"/>
                    <a:pt x="30099" y="1287906"/>
                    <a:pt x="26797" y="1285620"/>
                  </a:cubicBezTo>
                  <a:cubicBezTo>
                    <a:pt x="23495" y="1283461"/>
                    <a:pt x="20447" y="1280921"/>
                    <a:pt x="17653" y="1278127"/>
                  </a:cubicBezTo>
                  <a:cubicBezTo>
                    <a:pt x="14859" y="1275333"/>
                    <a:pt x="12319" y="1272285"/>
                    <a:pt x="10160" y="1268983"/>
                  </a:cubicBezTo>
                  <a:lnTo>
                    <a:pt x="14097" y="1266316"/>
                  </a:lnTo>
                  <a:lnTo>
                    <a:pt x="10160" y="1268983"/>
                  </a:lnTo>
                  <a:cubicBezTo>
                    <a:pt x="8001" y="1265681"/>
                    <a:pt x="6096" y="1262252"/>
                    <a:pt x="4572" y="1258569"/>
                  </a:cubicBezTo>
                  <a:lnTo>
                    <a:pt x="9017" y="1256791"/>
                  </a:lnTo>
                  <a:lnTo>
                    <a:pt x="4572" y="1258569"/>
                  </a:lnTo>
                  <a:cubicBezTo>
                    <a:pt x="3048" y="1254886"/>
                    <a:pt x="1905" y="1251203"/>
                    <a:pt x="1143" y="1247266"/>
                  </a:cubicBezTo>
                  <a:cubicBezTo>
                    <a:pt x="381" y="1243456"/>
                    <a:pt x="0" y="1239519"/>
                    <a:pt x="0" y="1235582"/>
                  </a:cubicBezTo>
                  <a:lnTo>
                    <a:pt x="4826" y="1235582"/>
                  </a:lnTo>
                  <a:lnTo>
                    <a:pt x="127" y="1235582"/>
                  </a:lnTo>
                  <a:moveTo>
                    <a:pt x="9652" y="1235582"/>
                  </a:moveTo>
                  <a:cubicBezTo>
                    <a:pt x="9652" y="1238884"/>
                    <a:pt x="10033" y="1242186"/>
                    <a:pt x="10668" y="1245488"/>
                  </a:cubicBezTo>
                  <a:lnTo>
                    <a:pt x="5969" y="1246377"/>
                  </a:lnTo>
                  <a:lnTo>
                    <a:pt x="10668" y="1245488"/>
                  </a:lnTo>
                  <a:cubicBezTo>
                    <a:pt x="11303" y="1248790"/>
                    <a:pt x="12319" y="1251838"/>
                    <a:pt x="13589" y="1255013"/>
                  </a:cubicBezTo>
                  <a:cubicBezTo>
                    <a:pt x="14859" y="1258061"/>
                    <a:pt x="16383" y="1260982"/>
                    <a:pt x="18288" y="1263776"/>
                  </a:cubicBezTo>
                  <a:cubicBezTo>
                    <a:pt x="20066" y="1266570"/>
                    <a:pt x="22225" y="1269110"/>
                    <a:pt x="24511" y="1271396"/>
                  </a:cubicBezTo>
                  <a:lnTo>
                    <a:pt x="21082" y="1274825"/>
                  </a:lnTo>
                  <a:lnTo>
                    <a:pt x="24511" y="1271396"/>
                  </a:lnTo>
                  <a:cubicBezTo>
                    <a:pt x="26797" y="1273682"/>
                    <a:pt x="29464" y="1275841"/>
                    <a:pt x="32131" y="1277619"/>
                  </a:cubicBezTo>
                  <a:lnTo>
                    <a:pt x="29464" y="1281556"/>
                  </a:lnTo>
                  <a:lnTo>
                    <a:pt x="32131" y="1277619"/>
                  </a:lnTo>
                  <a:cubicBezTo>
                    <a:pt x="34925" y="1279397"/>
                    <a:pt x="37846" y="1281048"/>
                    <a:pt x="40894" y="1282318"/>
                  </a:cubicBezTo>
                  <a:lnTo>
                    <a:pt x="39116" y="1286763"/>
                  </a:lnTo>
                  <a:lnTo>
                    <a:pt x="40894" y="1282318"/>
                  </a:lnTo>
                  <a:cubicBezTo>
                    <a:pt x="43942" y="1283588"/>
                    <a:pt x="47117" y="1284604"/>
                    <a:pt x="50419" y="1285239"/>
                  </a:cubicBezTo>
                  <a:lnTo>
                    <a:pt x="49530" y="1289938"/>
                  </a:lnTo>
                  <a:lnTo>
                    <a:pt x="50419" y="1285239"/>
                  </a:lnTo>
                  <a:cubicBezTo>
                    <a:pt x="53721" y="1285874"/>
                    <a:pt x="57023" y="1286255"/>
                    <a:pt x="60325" y="1286255"/>
                  </a:cubicBezTo>
                  <a:lnTo>
                    <a:pt x="5883656" y="1286255"/>
                  </a:lnTo>
                  <a:cubicBezTo>
                    <a:pt x="5886958" y="1286255"/>
                    <a:pt x="5890260" y="1285874"/>
                    <a:pt x="5893562" y="1285239"/>
                  </a:cubicBezTo>
                  <a:lnTo>
                    <a:pt x="5894451" y="1289938"/>
                  </a:lnTo>
                  <a:lnTo>
                    <a:pt x="5893562" y="1285239"/>
                  </a:lnTo>
                  <a:cubicBezTo>
                    <a:pt x="5896864" y="1284604"/>
                    <a:pt x="5900039" y="1283588"/>
                    <a:pt x="5903087" y="1282318"/>
                  </a:cubicBezTo>
                  <a:cubicBezTo>
                    <a:pt x="5906135" y="1281048"/>
                    <a:pt x="5909056" y="1279524"/>
                    <a:pt x="5911850" y="1277619"/>
                  </a:cubicBezTo>
                  <a:lnTo>
                    <a:pt x="5914517" y="1281556"/>
                  </a:lnTo>
                  <a:lnTo>
                    <a:pt x="5911850" y="1277619"/>
                  </a:lnTo>
                  <a:cubicBezTo>
                    <a:pt x="5914644" y="1275714"/>
                    <a:pt x="5917184" y="1273682"/>
                    <a:pt x="5919470" y="1271396"/>
                  </a:cubicBezTo>
                  <a:lnTo>
                    <a:pt x="5922899" y="1274825"/>
                  </a:lnTo>
                  <a:lnTo>
                    <a:pt x="5919470" y="1271396"/>
                  </a:lnTo>
                  <a:cubicBezTo>
                    <a:pt x="5921756" y="1269110"/>
                    <a:pt x="5923915" y="1266443"/>
                    <a:pt x="5925693" y="1263776"/>
                  </a:cubicBezTo>
                  <a:lnTo>
                    <a:pt x="5929630" y="1266443"/>
                  </a:lnTo>
                  <a:lnTo>
                    <a:pt x="5925693" y="1263776"/>
                  </a:lnTo>
                  <a:cubicBezTo>
                    <a:pt x="5927471" y="1260982"/>
                    <a:pt x="5929122" y="1258061"/>
                    <a:pt x="5930392" y="1255013"/>
                  </a:cubicBezTo>
                  <a:lnTo>
                    <a:pt x="5934837" y="1256791"/>
                  </a:lnTo>
                  <a:lnTo>
                    <a:pt x="5930392" y="1255013"/>
                  </a:lnTo>
                  <a:cubicBezTo>
                    <a:pt x="5931662" y="1251965"/>
                    <a:pt x="5932678" y="1248790"/>
                    <a:pt x="5933313" y="1245488"/>
                  </a:cubicBezTo>
                  <a:cubicBezTo>
                    <a:pt x="5933948" y="1242186"/>
                    <a:pt x="5934329" y="1239011"/>
                    <a:pt x="5934329" y="1235709"/>
                  </a:cubicBezTo>
                  <a:lnTo>
                    <a:pt x="5934329" y="59944"/>
                  </a:lnTo>
                  <a:cubicBezTo>
                    <a:pt x="5934329" y="56642"/>
                    <a:pt x="5933948" y="53340"/>
                    <a:pt x="5933313" y="50038"/>
                  </a:cubicBezTo>
                  <a:cubicBezTo>
                    <a:pt x="5932678" y="46863"/>
                    <a:pt x="5931662" y="43688"/>
                    <a:pt x="5930392" y="40513"/>
                  </a:cubicBezTo>
                  <a:lnTo>
                    <a:pt x="5934837" y="38735"/>
                  </a:lnTo>
                  <a:lnTo>
                    <a:pt x="5930392" y="40513"/>
                  </a:lnTo>
                  <a:cubicBezTo>
                    <a:pt x="5929122" y="37465"/>
                    <a:pt x="5927598" y="34544"/>
                    <a:pt x="5925693" y="31750"/>
                  </a:cubicBezTo>
                  <a:lnTo>
                    <a:pt x="5929630" y="29083"/>
                  </a:lnTo>
                  <a:lnTo>
                    <a:pt x="5925693" y="31750"/>
                  </a:lnTo>
                  <a:cubicBezTo>
                    <a:pt x="5923788" y="28956"/>
                    <a:pt x="5921756" y="26416"/>
                    <a:pt x="5919470" y="24130"/>
                  </a:cubicBezTo>
                  <a:cubicBezTo>
                    <a:pt x="5917184" y="21844"/>
                    <a:pt x="5914517" y="19685"/>
                    <a:pt x="5911850" y="17907"/>
                  </a:cubicBezTo>
                  <a:lnTo>
                    <a:pt x="5914517" y="13970"/>
                  </a:lnTo>
                  <a:lnTo>
                    <a:pt x="5911850" y="17907"/>
                  </a:lnTo>
                  <a:cubicBezTo>
                    <a:pt x="5909056" y="16002"/>
                    <a:pt x="5906135" y="14478"/>
                    <a:pt x="5903087" y="13208"/>
                  </a:cubicBezTo>
                  <a:cubicBezTo>
                    <a:pt x="5900039" y="11938"/>
                    <a:pt x="5896864" y="10922"/>
                    <a:pt x="5893689" y="10287"/>
                  </a:cubicBezTo>
                  <a:cubicBezTo>
                    <a:pt x="5890387" y="9652"/>
                    <a:pt x="5887212" y="9271"/>
                    <a:pt x="5883910" y="9271"/>
                  </a:cubicBezTo>
                  <a:lnTo>
                    <a:pt x="60198" y="9271"/>
                  </a:lnTo>
                  <a:cubicBezTo>
                    <a:pt x="56896" y="9271"/>
                    <a:pt x="53594" y="9652"/>
                    <a:pt x="50292" y="10287"/>
                  </a:cubicBezTo>
                  <a:cubicBezTo>
                    <a:pt x="47117" y="10922"/>
                    <a:pt x="43942" y="11938"/>
                    <a:pt x="40767" y="13208"/>
                  </a:cubicBezTo>
                  <a:lnTo>
                    <a:pt x="38989" y="8763"/>
                  </a:lnTo>
                  <a:lnTo>
                    <a:pt x="40767" y="13208"/>
                  </a:lnTo>
                  <a:cubicBezTo>
                    <a:pt x="37719" y="14478"/>
                    <a:pt x="34798" y="16002"/>
                    <a:pt x="32004" y="17907"/>
                  </a:cubicBezTo>
                  <a:cubicBezTo>
                    <a:pt x="29210" y="19812"/>
                    <a:pt x="26670" y="21844"/>
                    <a:pt x="24384" y="24130"/>
                  </a:cubicBezTo>
                  <a:lnTo>
                    <a:pt x="20955" y="20701"/>
                  </a:lnTo>
                  <a:lnTo>
                    <a:pt x="24384" y="24130"/>
                  </a:lnTo>
                  <a:cubicBezTo>
                    <a:pt x="22098" y="26416"/>
                    <a:pt x="19939" y="29083"/>
                    <a:pt x="18161" y="31750"/>
                  </a:cubicBezTo>
                  <a:lnTo>
                    <a:pt x="14224" y="29083"/>
                  </a:lnTo>
                  <a:lnTo>
                    <a:pt x="18161" y="31750"/>
                  </a:lnTo>
                  <a:cubicBezTo>
                    <a:pt x="16256" y="34544"/>
                    <a:pt x="14732" y="37465"/>
                    <a:pt x="13462" y="40513"/>
                  </a:cubicBezTo>
                  <a:cubicBezTo>
                    <a:pt x="12192" y="43561"/>
                    <a:pt x="11176" y="46736"/>
                    <a:pt x="10541" y="50038"/>
                  </a:cubicBezTo>
                  <a:lnTo>
                    <a:pt x="5842" y="49149"/>
                  </a:lnTo>
                  <a:lnTo>
                    <a:pt x="10541" y="50038"/>
                  </a:lnTo>
                  <a:cubicBezTo>
                    <a:pt x="9906" y="53340"/>
                    <a:pt x="9525" y="56515"/>
                    <a:pt x="9525" y="59944"/>
                  </a:cubicBezTo>
                  <a:lnTo>
                    <a:pt x="9525" y="1235328"/>
                  </a:lnTo>
                  <a:close/>
                </a:path>
              </a:pathLst>
            </a:custGeom>
            <a:solidFill>
              <a:srgbClr val="B2D4E5"/>
            </a:solidFill>
          </p:spPr>
        </p:sp>
      </p:grpSp>
      <p:grpSp>
        <p:nvGrpSpPr>
          <p:cNvPr name="Group 18" id="18"/>
          <p:cNvGrpSpPr/>
          <p:nvPr/>
        </p:nvGrpSpPr>
        <p:grpSpPr>
          <a:xfrm rot="0">
            <a:off x="3594097" y="2051047"/>
            <a:ext cx="3013072" cy="2251072"/>
            <a:chOff x="0" y="0"/>
            <a:chExt cx="3013075" cy="2251075"/>
          </a:xfrm>
        </p:grpSpPr>
        <p:sp>
          <p:nvSpPr>
            <p:cNvPr name="Freeform 19" id="19"/>
            <p:cNvSpPr/>
            <p:nvPr/>
          </p:nvSpPr>
          <p:spPr>
            <a:xfrm flipH="false" flipV="false" rot="0">
              <a:off x="68326" y="68326"/>
              <a:ext cx="2876550" cy="2114550"/>
            </a:xfrm>
            <a:custGeom>
              <a:avLst/>
              <a:gdLst/>
              <a:ahLst/>
              <a:cxnLst/>
              <a:rect r="r" b="b" t="t" l="l"/>
              <a:pathLst>
                <a:path h="2114550" w="2876550">
                  <a:moveTo>
                    <a:pt x="0" y="2059178"/>
                  </a:moveTo>
                  <a:lnTo>
                    <a:pt x="0" y="55245"/>
                  </a:lnTo>
                  <a:cubicBezTo>
                    <a:pt x="0" y="51562"/>
                    <a:pt x="381" y="48006"/>
                    <a:pt x="1016" y="44450"/>
                  </a:cubicBezTo>
                  <a:cubicBezTo>
                    <a:pt x="1651" y="40894"/>
                    <a:pt x="2794" y="37465"/>
                    <a:pt x="4191" y="34036"/>
                  </a:cubicBezTo>
                  <a:cubicBezTo>
                    <a:pt x="5588" y="30607"/>
                    <a:pt x="7239" y="27559"/>
                    <a:pt x="9271" y="24511"/>
                  </a:cubicBezTo>
                  <a:cubicBezTo>
                    <a:pt x="11303" y="21463"/>
                    <a:pt x="13589" y="18669"/>
                    <a:pt x="16129" y="16129"/>
                  </a:cubicBezTo>
                  <a:cubicBezTo>
                    <a:pt x="18669" y="13589"/>
                    <a:pt x="21463" y="11303"/>
                    <a:pt x="24511" y="9271"/>
                  </a:cubicBezTo>
                  <a:cubicBezTo>
                    <a:pt x="27559" y="7239"/>
                    <a:pt x="30734" y="5588"/>
                    <a:pt x="34036" y="4191"/>
                  </a:cubicBezTo>
                  <a:cubicBezTo>
                    <a:pt x="37338" y="2794"/>
                    <a:pt x="40894" y="1778"/>
                    <a:pt x="44450" y="1016"/>
                  </a:cubicBezTo>
                  <a:cubicBezTo>
                    <a:pt x="48006" y="254"/>
                    <a:pt x="51562" y="0"/>
                    <a:pt x="55245" y="0"/>
                  </a:cubicBezTo>
                  <a:lnTo>
                    <a:pt x="2821305" y="0"/>
                  </a:lnTo>
                  <a:cubicBezTo>
                    <a:pt x="2824988" y="0"/>
                    <a:pt x="2828544" y="381"/>
                    <a:pt x="2832100" y="1016"/>
                  </a:cubicBezTo>
                  <a:cubicBezTo>
                    <a:pt x="2835656" y="1651"/>
                    <a:pt x="2839085" y="2794"/>
                    <a:pt x="2842514" y="4191"/>
                  </a:cubicBezTo>
                  <a:cubicBezTo>
                    <a:pt x="2845943" y="5588"/>
                    <a:pt x="2849118" y="7239"/>
                    <a:pt x="2852039" y="9271"/>
                  </a:cubicBezTo>
                  <a:cubicBezTo>
                    <a:pt x="2854960" y="11303"/>
                    <a:pt x="2857881" y="13589"/>
                    <a:pt x="2860421" y="16129"/>
                  </a:cubicBezTo>
                  <a:cubicBezTo>
                    <a:pt x="2862961" y="18669"/>
                    <a:pt x="2865247" y="21463"/>
                    <a:pt x="2867279" y="24511"/>
                  </a:cubicBezTo>
                  <a:cubicBezTo>
                    <a:pt x="2869311" y="27559"/>
                    <a:pt x="2870962" y="30734"/>
                    <a:pt x="2872359" y="34036"/>
                  </a:cubicBezTo>
                  <a:cubicBezTo>
                    <a:pt x="2873756" y="37338"/>
                    <a:pt x="2874772" y="40894"/>
                    <a:pt x="2875534" y="44450"/>
                  </a:cubicBezTo>
                  <a:cubicBezTo>
                    <a:pt x="2876296" y="48006"/>
                    <a:pt x="2876550" y="51562"/>
                    <a:pt x="2876550" y="55245"/>
                  </a:cubicBezTo>
                  <a:lnTo>
                    <a:pt x="2876550" y="2059305"/>
                  </a:lnTo>
                  <a:cubicBezTo>
                    <a:pt x="2876550" y="2062988"/>
                    <a:pt x="2876169" y="2066544"/>
                    <a:pt x="2875534" y="2070100"/>
                  </a:cubicBezTo>
                  <a:cubicBezTo>
                    <a:pt x="2874899" y="2073656"/>
                    <a:pt x="2873756" y="2077085"/>
                    <a:pt x="2872359" y="2080514"/>
                  </a:cubicBezTo>
                  <a:cubicBezTo>
                    <a:pt x="2870962" y="2083943"/>
                    <a:pt x="2869311" y="2086991"/>
                    <a:pt x="2867279" y="2090039"/>
                  </a:cubicBezTo>
                  <a:cubicBezTo>
                    <a:pt x="2865247" y="2093087"/>
                    <a:pt x="2862961" y="2095881"/>
                    <a:pt x="2860421" y="2098421"/>
                  </a:cubicBezTo>
                  <a:cubicBezTo>
                    <a:pt x="2857881" y="2100961"/>
                    <a:pt x="2855087" y="2103247"/>
                    <a:pt x="2852039" y="2105279"/>
                  </a:cubicBezTo>
                  <a:cubicBezTo>
                    <a:pt x="2848991" y="2107311"/>
                    <a:pt x="2845816" y="2108962"/>
                    <a:pt x="2842514" y="2110359"/>
                  </a:cubicBezTo>
                  <a:cubicBezTo>
                    <a:pt x="2839212" y="2111756"/>
                    <a:pt x="2835656" y="2112772"/>
                    <a:pt x="2832100" y="2113534"/>
                  </a:cubicBezTo>
                  <a:cubicBezTo>
                    <a:pt x="2828544" y="2114296"/>
                    <a:pt x="2824988" y="2114550"/>
                    <a:pt x="2821305" y="2114550"/>
                  </a:cubicBezTo>
                  <a:lnTo>
                    <a:pt x="55245" y="2114550"/>
                  </a:lnTo>
                  <a:cubicBezTo>
                    <a:pt x="51562" y="2114550"/>
                    <a:pt x="48006" y="2114169"/>
                    <a:pt x="44450" y="2113534"/>
                  </a:cubicBezTo>
                  <a:cubicBezTo>
                    <a:pt x="40894" y="2112899"/>
                    <a:pt x="37465" y="2111756"/>
                    <a:pt x="34036" y="2110359"/>
                  </a:cubicBezTo>
                  <a:cubicBezTo>
                    <a:pt x="30607" y="2108962"/>
                    <a:pt x="27559" y="2107311"/>
                    <a:pt x="24511" y="2105279"/>
                  </a:cubicBezTo>
                  <a:cubicBezTo>
                    <a:pt x="21463" y="2103247"/>
                    <a:pt x="18669" y="2100961"/>
                    <a:pt x="16129" y="2098421"/>
                  </a:cubicBezTo>
                  <a:cubicBezTo>
                    <a:pt x="13589" y="2095881"/>
                    <a:pt x="11303" y="2093087"/>
                    <a:pt x="9271" y="2090039"/>
                  </a:cubicBezTo>
                  <a:cubicBezTo>
                    <a:pt x="7239" y="2086991"/>
                    <a:pt x="5588" y="2083816"/>
                    <a:pt x="4191" y="2080514"/>
                  </a:cubicBezTo>
                  <a:cubicBezTo>
                    <a:pt x="2794" y="2077212"/>
                    <a:pt x="1778" y="2073656"/>
                    <a:pt x="1016" y="2070100"/>
                  </a:cubicBezTo>
                  <a:cubicBezTo>
                    <a:pt x="254" y="2066544"/>
                    <a:pt x="0" y="2062988"/>
                    <a:pt x="0" y="2059305"/>
                  </a:cubicBezTo>
                </a:path>
              </a:pathLst>
            </a:custGeom>
            <a:solidFill>
              <a:srgbClr val="CCEEFF"/>
            </a:solidFill>
          </p:spPr>
        </p:sp>
        <p:sp>
          <p:nvSpPr>
            <p:cNvPr name="Freeform 20" id="20"/>
            <p:cNvSpPr/>
            <p:nvPr/>
          </p:nvSpPr>
          <p:spPr>
            <a:xfrm flipH="false" flipV="false" rot="0">
              <a:off x="63373" y="63373"/>
              <a:ext cx="2886583" cy="2124329"/>
            </a:xfrm>
            <a:custGeom>
              <a:avLst/>
              <a:gdLst/>
              <a:ahLst/>
              <a:cxnLst/>
              <a:rect r="r" b="b" t="t" l="l"/>
              <a:pathLst>
                <a:path h="2124329" w="2886583">
                  <a:moveTo>
                    <a:pt x="127" y="2064131"/>
                  </a:moveTo>
                  <a:lnTo>
                    <a:pt x="127" y="60198"/>
                  </a:lnTo>
                  <a:lnTo>
                    <a:pt x="4953" y="60198"/>
                  </a:lnTo>
                  <a:lnTo>
                    <a:pt x="127" y="60198"/>
                  </a:lnTo>
                  <a:cubicBezTo>
                    <a:pt x="127" y="56261"/>
                    <a:pt x="508" y="52324"/>
                    <a:pt x="1270" y="48514"/>
                  </a:cubicBezTo>
                  <a:lnTo>
                    <a:pt x="5969" y="49403"/>
                  </a:lnTo>
                  <a:lnTo>
                    <a:pt x="1270" y="48514"/>
                  </a:lnTo>
                  <a:cubicBezTo>
                    <a:pt x="2032" y="44577"/>
                    <a:pt x="3175" y="40894"/>
                    <a:pt x="4699" y="37211"/>
                  </a:cubicBezTo>
                  <a:cubicBezTo>
                    <a:pt x="6223" y="33528"/>
                    <a:pt x="8001" y="30099"/>
                    <a:pt x="10287" y="26797"/>
                  </a:cubicBezTo>
                  <a:cubicBezTo>
                    <a:pt x="12446" y="23495"/>
                    <a:pt x="14986" y="20447"/>
                    <a:pt x="17780" y="17653"/>
                  </a:cubicBezTo>
                  <a:lnTo>
                    <a:pt x="21209" y="21082"/>
                  </a:lnTo>
                  <a:lnTo>
                    <a:pt x="17780" y="17653"/>
                  </a:lnTo>
                  <a:cubicBezTo>
                    <a:pt x="20574" y="14859"/>
                    <a:pt x="23622" y="12319"/>
                    <a:pt x="26924" y="10160"/>
                  </a:cubicBezTo>
                  <a:cubicBezTo>
                    <a:pt x="30226" y="8001"/>
                    <a:pt x="33655" y="6096"/>
                    <a:pt x="37338" y="4572"/>
                  </a:cubicBezTo>
                  <a:lnTo>
                    <a:pt x="39116" y="9017"/>
                  </a:lnTo>
                  <a:lnTo>
                    <a:pt x="37338" y="4572"/>
                  </a:lnTo>
                  <a:cubicBezTo>
                    <a:pt x="41021" y="3048"/>
                    <a:pt x="44704" y="1905"/>
                    <a:pt x="48641" y="1143"/>
                  </a:cubicBezTo>
                  <a:lnTo>
                    <a:pt x="49530" y="5842"/>
                  </a:lnTo>
                  <a:lnTo>
                    <a:pt x="48641" y="1143"/>
                  </a:lnTo>
                  <a:cubicBezTo>
                    <a:pt x="52451" y="381"/>
                    <a:pt x="56388" y="0"/>
                    <a:pt x="60325" y="0"/>
                  </a:cubicBezTo>
                  <a:lnTo>
                    <a:pt x="60325" y="4826"/>
                  </a:lnTo>
                  <a:lnTo>
                    <a:pt x="60325" y="127"/>
                  </a:lnTo>
                  <a:lnTo>
                    <a:pt x="2826385" y="127"/>
                  </a:lnTo>
                  <a:lnTo>
                    <a:pt x="2826385" y="4953"/>
                  </a:lnTo>
                  <a:lnTo>
                    <a:pt x="2826385" y="127"/>
                  </a:lnTo>
                  <a:cubicBezTo>
                    <a:pt x="2830322" y="127"/>
                    <a:pt x="2834259" y="508"/>
                    <a:pt x="2838069" y="1270"/>
                  </a:cubicBezTo>
                  <a:lnTo>
                    <a:pt x="2837180" y="5969"/>
                  </a:lnTo>
                  <a:lnTo>
                    <a:pt x="2838069" y="1270"/>
                  </a:lnTo>
                  <a:cubicBezTo>
                    <a:pt x="2842006" y="2032"/>
                    <a:pt x="2845689" y="3175"/>
                    <a:pt x="2849372" y="4699"/>
                  </a:cubicBezTo>
                  <a:lnTo>
                    <a:pt x="2847594" y="9144"/>
                  </a:lnTo>
                  <a:lnTo>
                    <a:pt x="2849372" y="4699"/>
                  </a:lnTo>
                  <a:cubicBezTo>
                    <a:pt x="2853055" y="6223"/>
                    <a:pt x="2856484" y="8001"/>
                    <a:pt x="2859786" y="10287"/>
                  </a:cubicBezTo>
                  <a:cubicBezTo>
                    <a:pt x="2863088" y="12446"/>
                    <a:pt x="2866136" y="14986"/>
                    <a:pt x="2868930" y="17780"/>
                  </a:cubicBezTo>
                  <a:lnTo>
                    <a:pt x="2865501" y="21209"/>
                  </a:lnTo>
                  <a:lnTo>
                    <a:pt x="2868930" y="17780"/>
                  </a:lnTo>
                  <a:cubicBezTo>
                    <a:pt x="2871724" y="20574"/>
                    <a:pt x="2874264" y="23622"/>
                    <a:pt x="2876423" y="26924"/>
                  </a:cubicBezTo>
                  <a:cubicBezTo>
                    <a:pt x="2878582" y="30226"/>
                    <a:pt x="2880487" y="33655"/>
                    <a:pt x="2882011" y="37211"/>
                  </a:cubicBezTo>
                  <a:cubicBezTo>
                    <a:pt x="2883535" y="40894"/>
                    <a:pt x="2884678" y="44577"/>
                    <a:pt x="2885440" y="48514"/>
                  </a:cubicBezTo>
                  <a:lnTo>
                    <a:pt x="2880741" y="49403"/>
                  </a:lnTo>
                  <a:lnTo>
                    <a:pt x="2885440" y="48514"/>
                  </a:lnTo>
                  <a:cubicBezTo>
                    <a:pt x="2886202" y="52324"/>
                    <a:pt x="2886583" y="56261"/>
                    <a:pt x="2886583" y="60198"/>
                  </a:cubicBezTo>
                  <a:lnTo>
                    <a:pt x="2881757" y="60198"/>
                  </a:lnTo>
                  <a:lnTo>
                    <a:pt x="2886583" y="60198"/>
                  </a:lnTo>
                  <a:lnTo>
                    <a:pt x="2886583" y="2064258"/>
                  </a:lnTo>
                  <a:lnTo>
                    <a:pt x="2881757" y="2064258"/>
                  </a:lnTo>
                  <a:lnTo>
                    <a:pt x="2886583" y="2064258"/>
                  </a:lnTo>
                  <a:cubicBezTo>
                    <a:pt x="2886583" y="2068195"/>
                    <a:pt x="2886202" y="2072132"/>
                    <a:pt x="2885440" y="2075942"/>
                  </a:cubicBezTo>
                  <a:lnTo>
                    <a:pt x="2880741" y="2075053"/>
                  </a:lnTo>
                  <a:lnTo>
                    <a:pt x="2885440" y="2075942"/>
                  </a:lnTo>
                  <a:cubicBezTo>
                    <a:pt x="2884678" y="2079879"/>
                    <a:pt x="2883535" y="2083562"/>
                    <a:pt x="2882011" y="2087245"/>
                  </a:cubicBezTo>
                  <a:cubicBezTo>
                    <a:pt x="2880487" y="2090928"/>
                    <a:pt x="2878709" y="2094357"/>
                    <a:pt x="2876423" y="2097532"/>
                  </a:cubicBezTo>
                  <a:cubicBezTo>
                    <a:pt x="2874264" y="2100834"/>
                    <a:pt x="2871724" y="2103882"/>
                    <a:pt x="2868930" y="2106676"/>
                  </a:cubicBezTo>
                  <a:lnTo>
                    <a:pt x="2865501" y="2103247"/>
                  </a:lnTo>
                  <a:lnTo>
                    <a:pt x="2868930" y="2106676"/>
                  </a:lnTo>
                  <a:cubicBezTo>
                    <a:pt x="2866136" y="2109470"/>
                    <a:pt x="2863088" y="2112010"/>
                    <a:pt x="2859786" y="2114169"/>
                  </a:cubicBezTo>
                  <a:cubicBezTo>
                    <a:pt x="2856484" y="2116328"/>
                    <a:pt x="2853055" y="2118233"/>
                    <a:pt x="2849372" y="2119757"/>
                  </a:cubicBezTo>
                  <a:cubicBezTo>
                    <a:pt x="2845689" y="2121281"/>
                    <a:pt x="2842006" y="2122424"/>
                    <a:pt x="2838069" y="2123186"/>
                  </a:cubicBezTo>
                  <a:lnTo>
                    <a:pt x="2837180" y="2118487"/>
                  </a:lnTo>
                  <a:lnTo>
                    <a:pt x="2838069" y="2123186"/>
                  </a:lnTo>
                  <a:cubicBezTo>
                    <a:pt x="2834259" y="2123948"/>
                    <a:pt x="2830322" y="2124329"/>
                    <a:pt x="2826385" y="2124329"/>
                  </a:cubicBezTo>
                  <a:lnTo>
                    <a:pt x="2826385" y="2119503"/>
                  </a:lnTo>
                  <a:lnTo>
                    <a:pt x="2826385" y="2124329"/>
                  </a:lnTo>
                  <a:lnTo>
                    <a:pt x="60198" y="2124329"/>
                  </a:lnTo>
                  <a:lnTo>
                    <a:pt x="60198" y="2119503"/>
                  </a:lnTo>
                  <a:lnTo>
                    <a:pt x="60198" y="2124329"/>
                  </a:lnTo>
                  <a:cubicBezTo>
                    <a:pt x="56261" y="2124329"/>
                    <a:pt x="52324" y="2123948"/>
                    <a:pt x="48514" y="2123186"/>
                  </a:cubicBezTo>
                  <a:lnTo>
                    <a:pt x="49403" y="2118487"/>
                  </a:lnTo>
                  <a:lnTo>
                    <a:pt x="48514" y="2123186"/>
                  </a:lnTo>
                  <a:cubicBezTo>
                    <a:pt x="44577" y="2122424"/>
                    <a:pt x="40894" y="2121281"/>
                    <a:pt x="37211" y="2119757"/>
                  </a:cubicBezTo>
                  <a:cubicBezTo>
                    <a:pt x="33528" y="2118233"/>
                    <a:pt x="30099" y="2116455"/>
                    <a:pt x="26797" y="2114169"/>
                  </a:cubicBezTo>
                  <a:cubicBezTo>
                    <a:pt x="23495" y="2112010"/>
                    <a:pt x="20447" y="2109470"/>
                    <a:pt x="17653" y="2106676"/>
                  </a:cubicBezTo>
                  <a:lnTo>
                    <a:pt x="21082" y="2103247"/>
                  </a:lnTo>
                  <a:lnTo>
                    <a:pt x="17653" y="2106676"/>
                  </a:lnTo>
                  <a:cubicBezTo>
                    <a:pt x="14859" y="2103882"/>
                    <a:pt x="12319" y="2100834"/>
                    <a:pt x="10160" y="2097532"/>
                  </a:cubicBezTo>
                  <a:lnTo>
                    <a:pt x="14097" y="2094865"/>
                  </a:lnTo>
                  <a:lnTo>
                    <a:pt x="10160" y="2097532"/>
                  </a:lnTo>
                  <a:cubicBezTo>
                    <a:pt x="8001" y="2094230"/>
                    <a:pt x="6096" y="2090801"/>
                    <a:pt x="4572" y="2087118"/>
                  </a:cubicBezTo>
                  <a:lnTo>
                    <a:pt x="9017" y="2085340"/>
                  </a:lnTo>
                  <a:lnTo>
                    <a:pt x="4572" y="2087118"/>
                  </a:lnTo>
                  <a:cubicBezTo>
                    <a:pt x="3048" y="2083435"/>
                    <a:pt x="1905" y="2079752"/>
                    <a:pt x="1143" y="2075815"/>
                  </a:cubicBezTo>
                  <a:lnTo>
                    <a:pt x="5842" y="2074926"/>
                  </a:lnTo>
                  <a:lnTo>
                    <a:pt x="1143" y="2075815"/>
                  </a:lnTo>
                  <a:cubicBezTo>
                    <a:pt x="381" y="2072005"/>
                    <a:pt x="0" y="2068068"/>
                    <a:pt x="0" y="2064131"/>
                  </a:cubicBezTo>
                  <a:lnTo>
                    <a:pt x="4826" y="2064131"/>
                  </a:lnTo>
                  <a:lnTo>
                    <a:pt x="127" y="2064131"/>
                  </a:lnTo>
                  <a:moveTo>
                    <a:pt x="9652" y="2064131"/>
                  </a:moveTo>
                  <a:cubicBezTo>
                    <a:pt x="9652" y="2067433"/>
                    <a:pt x="10033" y="2070735"/>
                    <a:pt x="10668" y="2074037"/>
                  </a:cubicBezTo>
                  <a:cubicBezTo>
                    <a:pt x="11303" y="2077212"/>
                    <a:pt x="12319" y="2080387"/>
                    <a:pt x="13589" y="2083562"/>
                  </a:cubicBezTo>
                  <a:cubicBezTo>
                    <a:pt x="14859" y="2086610"/>
                    <a:pt x="16383" y="2089531"/>
                    <a:pt x="18288" y="2092325"/>
                  </a:cubicBezTo>
                  <a:cubicBezTo>
                    <a:pt x="20193" y="2095119"/>
                    <a:pt x="22225" y="2097659"/>
                    <a:pt x="24511" y="2099945"/>
                  </a:cubicBezTo>
                  <a:cubicBezTo>
                    <a:pt x="26797" y="2102231"/>
                    <a:pt x="29464" y="2104390"/>
                    <a:pt x="32131" y="2106168"/>
                  </a:cubicBezTo>
                  <a:lnTo>
                    <a:pt x="29464" y="2110105"/>
                  </a:lnTo>
                  <a:lnTo>
                    <a:pt x="32131" y="2106168"/>
                  </a:lnTo>
                  <a:cubicBezTo>
                    <a:pt x="34925" y="2107946"/>
                    <a:pt x="37846" y="2109597"/>
                    <a:pt x="40894" y="2110867"/>
                  </a:cubicBezTo>
                  <a:lnTo>
                    <a:pt x="39116" y="2115312"/>
                  </a:lnTo>
                  <a:lnTo>
                    <a:pt x="40894" y="2110867"/>
                  </a:lnTo>
                  <a:cubicBezTo>
                    <a:pt x="43942" y="2112137"/>
                    <a:pt x="47117" y="2113153"/>
                    <a:pt x="50419" y="2113788"/>
                  </a:cubicBezTo>
                  <a:cubicBezTo>
                    <a:pt x="53721" y="2114423"/>
                    <a:pt x="56896" y="2114804"/>
                    <a:pt x="60325" y="2114804"/>
                  </a:cubicBezTo>
                  <a:lnTo>
                    <a:pt x="2826385" y="2114804"/>
                  </a:lnTo>
                  <a:cubicBezTo>
                    <a:pt x="2829687" y="2114804"/>
                    <a:pt x="2832989" y="2114423"/>
                    <a:pt x="2836164" y="2113788"/>
                  </a:cubicBezTo>
                  <a:cubicBezTo>
                    <a:pt x="2839466" y="2113153"/>
                    <a:pt x="2842514" y="2112137"/>
                    <a:pt x="2845562" y="2110867"/>
                  </a:cubicBezTo>
                  <a:lnTo>
                    <a:pt x="2847340" y="2115312"/>
                  </a:lnTo>
                  <a:lnTo>
                    <a:pt x="2845562" y="2110867"/>
                  </a:lnTo>
                  <a:cubicBezTo>
                    <a:pt x="2848610" y="2109597"/>
                    <a:pt x="2851531" y="2108073"/>
                    <a:pt x="2854325" y="2106168"/>
                  </a:cubicBezTo>
                  <a:lnTo>
                    <a:pt x="2856992" y="2110105"/>
                  </a:lnTo>
                  <a:lnTo>
                    <a:pt x="2854325" y="2106168"/>
                  </a:lnTo>
                  <a:cubicBezTo>
                    <a:pt x="2857119" y="2104263"/>
                    <a:pt x="2859659" y="2102231"/>
                    <a:pt x="2861945" y="2099945"/>
                  </a:cubicBezTo>
                  <a:cubicBezTo>
                    <a:pt x="2864231" y="2097659"/>
                    <a:pt x="2866390" y="2094992"/>
                    <a:pt x="2868168" y="2092325"/>
                  </a:cubicBezTo>
                  <a:lnTo>
                    <a:pt x="2872105" y="2094992"/>
                  </a:lnTo>
                  <a:lnTo>
                    <a:pt x="2868168" y="2092325"/>
                  </a:lnTo>
                  <a:cubicBezTo>
                    <a:pt x="2869946" y="2089531"/>
                    <a:pt x="2871597" y="2086610"/>
                    <a:pt x="2872867" y="2083562"/>
                  </a:cubicBezTo>
                  <a:lnTo>
                    <a:pt x="2877312" y="2085340"/>
                  </a:lnTo>
                  <a:lnTo>
                    <a:pt x="2872867" y="2083562"/>
                  </a:lnTo>
                  <a:cubicBezTo>
                    <a:pt x="2874137" y="2080514"/>
                    <a:pt x="2875153" y="2077339"/>
                    <a:pt x="2875788" y="2074037"/>
                  </a:cubicBezTo>
                  <a:cubicBezTo>
                    <a:pt x="2876423" y="2070735"/>
                    <a:pt x="2876804" y="2067560"/>
                    <a:pt x="2876804" y="2064131"/>
                  </a:cubicBezTo>
                  <a:lnTo>
                    <a:pt x="2876804" y="60198"/>
                  </a:lnTo>
                  <a:cubicBezTo>
                    <a:pt x="2876804" y="56896"/>
                    <a:pt x="2876423" y="53594"/>
                    <a:pt x="2875788" y="50292"/>
                  </a:cubicBezTo>
                  <a:cubicBezTo>
                    <a:pt x="2875153" y="47117"/>
                    <a:pt x="2874137" y="43942"/>
                    <a:pt x="2872867" y="40767"/>
                  </a:cubicBezTo>
                  <a:lnTo>
                    <a:pt x="2877312" y="38989"/>
                  </a:lnTo>
                  <a:lnTo>
                    <a:pt x="2872867" y="40767"/>
                  </a:lnTo>
                  <a:cubicBezTo>
                    <a:pt x="2871597" y="37719"/>
                    <a:pt x="2870073" y="34798"/>
                    <a:pt x="2868168" y="32004"/>
                  </a:cubicBezTo>
                  <a:lnTo>
                    <a:pt x="2872105" y="29337"/>
                  </a:lnTo>
                  <a:lnTo>
                    <a:pt x="2868168" y="32004"/>
                  </a:lnTo>
                  <a:cubicBezTo>
                    <a:pt x="2866263" y="29210"/>
                    <a:pt x="2864231" y="26670"/>
                    <a:pt x="2861945" y="24384"/>
                  </a:cubicBezTo>
                  <a:cubicBezTo>
                    <a:pt x="2859659" y="22098"/>
                    <a:pt x="2856992" y="19939"/>
                    <a:pt x="2854325" y="18161"/>
                  </a:cubicBezTo>
                  <a:lnTo>
                    <a:pt x="2856992" y="14224"/>
                  </a:lnTo>
                  <a:lnTo>
                    <a:pt x="2854325" y="18161"/>
                  </a:lnTo>
                  <a:cubicBezTo>
                    <a:pt x="2851531" y="16256"/>
                    <a:pt x="2848610" y="14732"/>
                    <a:pt x="2845562" y="13462"/>
                  </a:cubicBezTo>
                  <a:cubicBezTo>
                    <a:pt x="2842514" y="12192"/>
                    <a:pt x="2839339" y="11176"/>
                    <a:pt x="2836164" y="10541"/>
                  </a:cubicBezTo>
                  <a:cubicBezTo>
                    <a:pt x="2832862" y="9906"/>
                    <a:pt x="2829687" y="9525"/>
                    <a:pt x="2826385" y="9525"/>
                  </a:cubicBezTo>
                  <a:lnTo>
                    <a:pt x="60198" y="9525"/>
                  </a:lnTo>
                  <a:cubicBezTo>
                    <a:pt x="56896" y="9525"/>
                    <a:pt x="53594" y="9906"/>
                    <a:pt x="50292" y="10541"/>
                  </a:cubicBezTo>
                  <a:cubicBezTo>
                    <a:pt x="47117" y="11176"/>
                    <a:pt x="43942" y="12192"/>
                    <a:pt x="40767" y="13462"/>
                  </a:cubicBezTo>
                  <a:cubicBezTo>
                    <a:pt x="37719" y="14732"/>
                    <a:pt x="34798" y="16256"/>
                    <a:pt x="32004" y="18161"/>
                  </a:cubicBezTo>
                  <a:lnTo>
                    <a:pt x="29337" y="14224"/>
                  </a:lnTo>
                  <a:lnTo>
                    <a:pt x="32004" y="18161"/>
                  </a:lnTo>
                  <a:cubicBezTo>
                    <a:pt x="29210" y="20066"/>
                    <a:pt x="26670" y="22098"/>
                    <a:pt x="24384" y="24384"/>
                  </a:cubicBezTo>
                  <a:cubicBezTo>
                    <a:pt x="22098" y="26670"/>
                    <a:pt x="19939" y="29337"/>
                    <a:pt x="18161" y="32004"/>
                  </a:cubicBezTo>
                  <a:lnTo>
                    <a:pt x="14224" y="29337"/>
                  </a:lnTo>
                  <a:lnTo>
                    <a:pt x="18161" y="32004"/>
                  </a:lnTo>
                  <a:cubicBezTo>
                    <a:pt x="16256" y="34798"/>
                    <a:pt x="14732" y="37719"/>
                    <a:pt x="13462" y="40767"/>
                  </a:cubicBezTo>
                  <a:lnTo>
                    <a:pt x="9017" y="38989"/>
                  </a:lnTo>
                  <a:lnTo>
                    <a:pt x="13462" y="40767"/>
                  </a:lnTo>
                  <a:cubicBezTo>
                    <a:pt x="12192" y="43815"/>
                    <a:pt x="11176" y="46990"/>
                    <a:pt x="10541" y="50292"/>
                  </a:cubicBezTo>
                  <a:cubicBezTo>
                    <a:pt x="9906" y="53594"/>
                    <a:pt x="9525" y="56769"/>
                    <a:pt x="9525" y="60198"/>
                  </a:cubicBezTo>
                  <a:lnTo>
                    <a:pt x="9525" y="2064258"/>
                  </a:lnTo>
                  <a:close/>
                </a:path>
              </a:pathLst>
            </a:custGeom>
            <a:solidFill>
              <a:srgbClr val="B2D4E5"/>
            </a:solidFill>
          </p:spPr>
        </p:sp>
      </p:grpSp>
      <p:sp>
        <p:nvSpPr>
          <p:cNvPr name="TextBox 21" id="21"/>
          <p:cNvSpPr txBox="true"/>
          <p:nvPr/>
        </p:nvSpPr>
        <p:spPr>
          <a:xfrm rot="0">
            <a:off x="600075" y="725129"/>
            <a:ext cx="3832793" cy="1122521"/>
          </a:xfrm>
          <a:prstGeom prst="rect">
            <a:avLst/>
          </a:prstGeom>
        </p:spPr>
        <p:txBody>
          <a:bodyPr anchor="t" rtlCol="false" tIns="0" lIns="0" bIns="0" rIns="0">
            <a:spAutoFit/>
          </a:bodyPr>
          <a:lstStyle/>
          <a:p>
            <a:pPr algn="l">
              <a:lnSpc>
                <a:spcPts val="4426"/>
              </a:lnSpc>
            </a:pPr>
            <a:r>
              <a:rPr lang="en-US" b="true" sz="3543">
                <a:solidFill>
                  <a:srgbClr val="000000"/>
                </a:solidFill>
                <a:latin typeface="Petrona Bold"/>
                <a:ea typeface="Petrona Bold"/>
                <a:cs typeface="Petrona Bold"/>
                <a:sym typeface="Petrona Bold"/>
              </a:rPr>
              <a:t>Manfaat Business Intelligence</a:t>
            </a:r>
          </a:p>
        </p:txBody>
      </p:sp>
      <p:sp>
        <p:nvSpPr>
          <p:cNvPr name="TextBox 22" id="22"/>
          <p:cNvSpPr txBox="true"/>
          <p:nvPr/>
        </p:nvSpPr>
        <p:spPr>
          <a:xfrm rot="0">
            <a:off x="1621650" y="2262845"/>
            <a:ext cx="50254"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 </a:t>
            </a:r>
          </a:p>
        </p:txBody>
      </p:sp>
      <p:sp>
        <p:nvSpPr>
          <p:cNvPr name="TextBox 23" id="23"/>
          <p:cNvSpPr txBox="true"/>
          <p:nvPr/>
        </p:nvSpPr>
        <p:spPr>
          <a:xfrm rot="0">
            <a:off x="781050" y="2262845"/>
            <a:ext cx="1395813"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Analisis</a:t>
            </a:r>
            <a:r>
              <a:rPr lang="en-US" b="true" sz="1771">
                <a:solidFill>
                  <a:srgbClr val="000000"/>
                </a:solidFill>
                <a:latin typeface="Petrona Bold"/>
                <a:ea typeface="Petrona Bold"/>
                <a:cs typeface="Petrona Bold"/>
                <a:sym typeface="Petrona Bold"/>
              </a:rPr>
              <a:t> </a:t>
            </a:r>
            <a:r>
              <a:rPr lang="en-US" b="true" sz="1771">
                <a:solidFill>
                  <a:srgbClr val="272525"/>
                </a:solidFill>
                <a:latin typeface="Petrona Bold"/>
                <a:ea typeface="Petrona Bold"/>
                <a:cs typeface="Petrona Bold"/>
                <a:sym typeface="Petrona Bold"/>
              </a:rPr>
              <a:t>Data</a:t>
            </a:r>
          </a:p>
        </p:txBody>
      </p:sp>
      <p:sp>
        <p:nvSpPr>
          <p:cNvPr name="TextBox 24" id="24"/>
          <p:cNvSpPr txBox="true"/>
          <p:nvPr/>
        </p:nvSpPr>
        <p:spPr>
          <a:xfrm rot="0">
            <a:off x="781050" y="2510495"/>
            <a:ext cx="2563482" cy="1151619"/>
          </a:xfrm>
          <a:prstGeom prst="rect">
            <a:avLst/>
          </a:prstGeom>
        </p:spPr>
        <p:txBody>
          <a:bodyPr anchor="t" rtlCol="false" tIns="0" lIns="0" bIns="0" rIns="0">
            <a:spAutoFit/>
          </a:bodyPr>
          <a:lstStyle/>
          <a:p>
            <a:pPr algn="l">
              <a:lnSpc>
                <a:spcPts val="2814"/>
              </a:lnSpc>
            </a:pPr>
            <a:r>
              <a:rPr lang="en-US" b="true" sz="1771">
                <a:solidFill>
                  <a:srgbClr val="272525"/>
                </a:solidFill>
                <a:latin typeface="Petrona Bold"/>
                <a:ea typeface="Petrona Bold"/>
                <a:cs typeface="Petrona Bold"/>
                <a:sym typeface="Petrona Bold"/>
              </a:rPr>
              <a:t>Wisatawan</a:t>
            </a:r>
          </a:p>
          <a:p>
            <a:pPr algn="l">
              <a:lnSpc>
                <a:spcPts val="2145"/>
              </a:lnSpc>
            </a:pPr>
            <a:r>
              <a:rPr lang="en-US" sz="1350">
                <a:solidFill>
                  <a:srgbClr val="272525"/>
                </a:solidFill>
                <a:latin typeface="Inter"/>
                <a:ea typeface="Inter"/>
                <a:cs typeface="Inter"/>
                <a:sym typeface="Inter"/>
              </a:rPr>
              <a:t>Memahami data asal, minat, dan waktu kunjungan untuk strategi pemasaran yang tepat sasaran</a:t>
            </a:r>
          </a:p>
        </p:txBody>
      </p:sp>
      <p:sp>
        <p:nvSpPr>
          <p:cNvPr name="TextBox 25" id="25"/>
          <p:cNvSpPr txBox="true"/>
          <p:nvPr/>
        </p:nvSpPr>
        <p:spPr>
          <a:xfrm rot="0">
            <a:off x="2074459" y="298212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6" id="26"/>
          <p:cNvSpPr txBox="true"/>
          <p:nvPr/>
        </p:nvSpPr>
        <p:spPr>
          <a:xfrm rot="0">
            <a:off x="781050" y="4558370"/>
            <a:ext cx="2884903"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Personalisasi Rekomendasi</a:t>
            </a:r>
          </a:p>
        </p:txBody>
      </p:sp>
      <p:sp>
        <p:nvSpPr>
          <p:cNvPr name="TextBox 27" id="27"/>
          <p:cNvSpPr txBox="true"/>
          <p:nvPr/>
        </p:nvSpPr>
        <p:spPr>
          <a:xfrm rot="0">
            <a:off x="3368573" y="499190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28" id="28"/>
          <p:cNvSpPr txBox="true"/>
          <p:nvPr/>
        </p:nvSpPr>
        <p:spPr>
          <a:xfrm rot="0">
            <a:off x="3838575" y="2262845"/>
            <a:ext cx="2211705" cy="304028"/>
          </a:xfrm>
          <a:prstGeom prst="rect">
            <a:avLst/>
          </a:prstGeom>
        </p:spPr>
        <p:txBody>
          <a:bodyPr anchor="t" rtlCol="false" tIns="0" lIns="0" bIns="0" rIns="0">
            <a:spAutoFit/>
          </a:bodyPr>
          <a:lstStyle/>
          <a:p>
            <a:pPr algn="l">
              <a:lnSpc>
                <a:spcPts val="2480"/>
              </a:lnSpc>
            </a:pPr>
            <a:r>
              <a:rPr lang="en-US" b="true" sz="1771">
                <a:solidFill>
                  <a:srgbClr val="272525"/>
                </a:solidFill>
                <a:latin typeface="Petrona Bold"/>
                <a:ea typeface="Petrona Bold"/>
                <a:cs typeface="Petrona Bold"/>
                <a:sym typeface="Petrona Bold"/>
              </a:rPr>
              <a:t>Prediksi Tren Wisata</a:t>
            </a:r>
          </a:p>
        </p:txBody>
      </p:sp>
      <p:sp>
        <p:nvSpPr>
          <p:cNvPr name="TextBox 29" id="29"/>
          <p:cNvSpPr txBox="true"/>
          <p:nvPr/>
        </p:nvSpPr>
        <p:spPr>
          <a:xfrm rot="0">
            <a:off x="4622816" y="2696375"/>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30" id="30"/>
          <p:cNvSpPr txBox="true"/>
          <p:nvPr/>
        </p:nvSpPr>
        <p:spPr>
          <a:xfrm rot="0">
            <a:off x="781050" y="4991900"/>
            <a:ext cx="5143401"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Menawarkan destinasi alternatif kepada wisatawan berdasarkan </a:t>
            </a:r>
          </a:p>
        </p:txBody>
      </p:sp>
      <p:sp>
        <p:nvSpPr>
          <p:cNvPr name="TextBox 31" id="31"/>
          <p:cNvSpPr txBox="true"/>
          <p:nvPr/>
        </p:nvSpPr>
        <p:spPr>
          <a:xfrm rot="0">
            <a:off x="781050" y="5268125"/>
            <a:ext cx="2650788"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preferensi dan waktu kunjungan</a:t>
            </a:r>
          </a:p>
        </p:txBody>
      </p:sp>
      <p:sp>
        <p:nvSpPr>
          <p:cNvPr name="TextBox 32" id="32"/>
          <p:cNvSpPr txBox="true"/>
          <p:nvPr/>
        </p:nvSpPr>
        <p:spPr>
          <a:xfrm rot="0">
            <a:off x="3838575" y="2696375"/>
            <a:ext cx="1891209"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Antisipasi over-tourism </a:t>
            </a:r>
          </a:p>
        </p:txBody>
      </p:sp>
      <p:sp>
        <p:nvSpPr>
          <p:cNvPr name="TextBox 33" id="33"/>
          <p:cNvSpPr txBox="true"/>
          <p:nvPr/>
        </p:nvSpPr>
        <p:spPr>
          <a:xfrm rot="0">
            <a:off x="3838575" y="2944025"/>
            <a:ext cx="2459803" cy="806244"/>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dengan analisis data historis dan prediksi kunjungan masa depan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63503" y="-63503"/>
            <a:ext cx="11556997" cy="6565897"/>
            <a:chOff x="0" y="0"/>
            <a:chExt cx="11557000" cy="6565900"/>
          </a:xfrm>
        </p:grpSpPr>
        <p:sp>
          <p:nvSpPr>
            <p:cNvPr name="Freeform 7" id="7"/>
            <p:cNvSpPr/>
            <p:nvPr/>
          </p:nvSpPr>
          <p:spPr>
            <a:xfrm flipH="false" flipV="false" rot="0">
              <a:off x="63500" y="6350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sp>
          <p:nvSpPr>
            <p:cNvPr name="Freeform 8" id="8"/>
            <p:cNvSpPr/>
            <p:nvPr/>
          </p:nvSpPr>
          <p:spPr>
            <a:xfrm flipH="false" flipV="false" rot="0">
              <a:off x="663575" y="4016375"/>
              <a:ext cx="10229850" cy="19050"/>
            </a:xfrm>
            <a:custGeom>
              <a:avLst/>
              <a:gdLst/>
              <a:ahLst/>
              <a:cxnLst/>
              <a:rect r="r" b="b" t="t" l="l"/>
              <a:pathLst>
                <a:path h="19050" w="10229850">
                  <a:moveTo>
                    <a:pt x="0" y="19050"/>
                  </a:moveTo>
                  <a:lnTo>
                    <a:pt x="10229850" y="19050"/>
                  </a:lnTo>
                  <a:lnTo>
                    <a:pt x="10229850" y="0"/>
                  </a:lnTo>
                  <a:lnTo>
                    <a:pt x="0" y="0"/>
                  </a:lnTo>
                  <a:close/>
                </a:path>
              </a:pathLst>
            </a:custGeom>
            <a:solidFill>
              <a:srgbClr val="272525">
                <a:alpha val="25098"/>
              </a:srgbClr>
            </a:solidFill>
          </p:spPr>
        </p:sp>
        <p:sp>
          <p:nvSpPr>
            <p:cNvPr name="Freeform 9" id="9"/>
            <p:cNvSpPr/>
            <p:nvPr/>
          </p:nvSpPr>
          <p:spPr>
            <a:xfrm flipH="false" flipV="false" rot="0">
              <a:off x="663575" y="4264025"/>
              <a:ext cx="19050" cy="942975"/>
            </a:xfrm>
            <a:custGeom>
              <a:avLst/>
              <a:gdLst/>
              <a:ahLst/>
              <a:cxnLst/>
              <a:rect r="r" b="b" t="t" l="l"/>
              <a:pathLst>
                <a:path h="942975" w="19050">
                  <a:moveTo>
                    <a:pt x="0" y="942975"/>
                  </a:moveTo>
                  <a:lnTo>
                    <a:pt x="19050" y="942975"/>
                  </a:lnTo>
                  <a:lnTo>
                    <a:pt x="19050" y="0"/>
                  </a:lnTo>
                  <a:lnTo>
                    <a:pt x="0" y="0"/>
                  </a:lnTo>
                  <a:close/>
                </a:path>
              </a:pathLst>
            </a:custGeom>
            <a:solidFill>
              <a:srgbClr val="007EBD"/>
            </a:solidFill>
          </p:spPr>
        </p:sp>
      </p:grpSp>
      <p:sp>
        <p:nvSpPr>
          <p:cNvPr name="TextBox 10" id="10"/>
          <p:cNvSpPr txBox="true"/>
          <p:nvPr/>
        </p:nvSpPr>
        <p:spPr>
          <a:xfrm rot="0">
            <a:off x="600075" y="1239479"/>
            <a:ext cx="4406036"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Implementasi di Bali</a:t>
            </a:r>
          </a:p>
        </p:txBody>
      </p:sp>
      <p:sp>
        <p:nvSpPr>
          <p:cNvPr name="TextBox 11" id="11"/>
          <p:cNvSpPr txBox="true"/>
          <p:nvPr/>
        </p:nvSpPr>
        <p:spPr>
          <a:xfrm rot="0">
            <a:off x="1587741" y="2262845"/>
            <a:ext cx="50254"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 </a:t>
            </a:r>
          </a:p>
        </p:txBody>
      </p:sp>
      <p:sp>
        <p:nvSpPr>
          <p:cNvPr name="TextBox 12" id="12"/>
          <p:cNvSpPr txBox="true"/>
          <p:nvPr/>
        </p:nvSpPr>
        <p:spPr>
          <a:xfrm rot="0">
            <a:off x="600075" y="2262845"/>
            <a:ext cx="1771279"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Pelatihan</a:t>
            </a:r>
            <a:r>
              <a:rPr lang="en-US" b="true" sz="1771">
                <a:solidFill>
                  <a:srgbClr val="000000"/>
                </a:solidFill>
                <a:latin typeface="Petrona Bold"/>
                <a:ea typeface="Petrona Bold"/>
                <a:cs typeface="Petrona Bold"/>
                <a:sym typeface="Petrona Bold"/>
              </a:rPr>
              <a:t> </a:t>
            </a:r>
            <a:r>
              <a:rPr lang="en-US" b="true" sz="1771">
                <a:solidFill>
                  <a:srgbClr val="000000"/>
                </a:solidFill>
                <a:latin typeface="Petrona Bold"/>
                <a:ea typeface="Petrona Bold"/>
                <a:cs typeface="Petrona Bold"/>
                <a:sym typeface="Petrona Bold"/>
              </a:rPr>
              <a:t>Digital</a:t>
            </a:r>
          </a:p>
        </p:txBody>
      </p:sp>
      <p:sp>
        <p:nvSpPr>
          <p:cNvPr name="TextBox 13" id="13"/>
          <p:cNvSpPr txBox="true"/>
          <p:nvPr/>
        </p:nvSpPr>
        <p:spPr>
          <a:xfrm rot="0">
            <a:off x="2077717" y="27630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4" id="14"/>
          <p:cNvSpPr txBox="true"/>
          <p:nvPr/>
        </p:nvSpPr>
        <p:spPr>
          <a:xfrm rot="0">
            <a:off x="5933627" y="2262845"/>
            <a:ext cx="2522963" cy="304028"/>
          </a:xfrm>
          <a:prstGeom prst="rect">
            <a:avLst/>
          </a:prstGeom>
        </p:spPr>
        <p:txBody>
          <a:bodyPr anchor="t" rtlCol="false" tIns="0" lIns="0" bIns="0" rIns="0">
            <a:spAutoFit/>
          </a:bodyPr>
          <a:lstStyle/>
          <a:p>
            <a:pPr algn="l">
              <a:lnSpc>
                <a:spcPts val="2480"/>
              </a:lnSpc>
            </a:pPr>
            <a:r>
              <a:rPr lang="en-US" b="true" sz="1771">
                <a:solidFill>
                  <a:srgbClr val="000000"/>
                </a:solidFill>
                <a:latin typeface="Petrona Bold"/>
                <a:ea typeface="Petrona Bold"/>
                <a:cs typeface="Petrona Bold"/>
                <a:sym typeface="Petrona Bold"/>
              </a:rPr>
              <a:t>Monitoring Pengunjung</a:t>
            </a:r>
          </a:p>
        </p:txBody>
      </p:sp>
      <p:sp>
        <p:nvSpPr>
          <p:cNvPr name="TextBox 15" id="15"/>
          <p:cNvSpPr txBox="true"/>
          <p:nvPr/>
        </p:nvSpPr>
        <p:spPr>
          <a:xfrm rot="0">
            <a:off x="6502841" y="27630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6" id="16"/>
          <p:cNvSpPr txBox="true"/>
          <p:nvPr/>
        </p:nvSpPr>
        <p:spPr>
          <a:xfrm rot="0">
            <a:off x="600075" y="2734475"/>
            <a:ext cx="4551207" cy="77725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Program pelatihan online bagi pelaku pariwisata di Bali untuk belajar promosi melalui Instagram, TikTok, dan platform marketplace</a:t>
            </a:r>
          </a:p>
        </p:txBody>
      </p:sp>
      <p:sp>
        <p:nvSpPr>
          <p:cNvPr name="TextBox 17" id="17"/>
          <p:cNvSpPr txBox="true"/>
          <p:nvPr/>
        </p:nvSpPr>
        <p:spPr>
          <a:xfrm rot="0">
            <a:off x="5933627" y="2763050"/>
            <a:ext cx="4305002"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Sensor IoT untuk menghitung jumlah pengunjung dan </a:t>
            </a:r>
          </a:p>
        </p:txBody>
      </p:sp>
      <p:sp>
        <p:nvSpPr>
          <p:cNvPr name="TextBox 18" id="18"/>
          <p:cNvSpPr txBox="true"/>
          <p:nvPr/>
        </p:nvSpPr>
        <p:spPr>
          <a:xfrm rot="0">
            <a:off x="5933627" y="3039275"/>
            <a:ext cx="4274325"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dashboard monitoring real-time di destinasi populer</a:t>
            </a:r>
          </a:p>
        </p:txBody>
      </p:sp>
      <p:sp>
        <p:nvSpPr>
          <p:cNvPr name="TextBox 19" id="19"/>
          <p:cNvSpPr txBox="true"/>
          <p:nvPr/>
        </p:nvSpPr>
        <p:spPr>
          <a:xfrm rot="0">
            <a:off x="857250" y="4391825"/>
            <a:ext cx="9961836" cy="530019"/>
          </a:xfrm>
          <a:prstGeom prst="rect">
            <a:avLst/>
          </a:prstGeom>
        </p:spPr>
        <p:txBody>
          <a:bodyPr anchor="t" rtlCol="false" tIns="0" lIns="0" bIns="0" rIns="0">
            <a:spAutoFit/>
          </a:bodyPr>
          <a:lstStyle/>
          <a:p>
            <a:pPr algn="l">
              <a:lnSpc>
                <a:spcPts val="2174"/>
              </a:lnSpc>
            </a:pPr>
            <a:r>
              <a:rPr lang="en-US" sz="1350">
                <a:solidFill>
                  <a:srgbClr val="272525"/>
                </a:solidFill>
                <a:latin typeface="Inter"/>
                <a:ea typeface="Inter"/>
                <a:cs typeface="Inter"/>
                <a:sym typeface="Inter"/>
              </a:rPr>
              <a:t>"Data kunjungan wisatawan di Ubud digunakan untuk mengetahui waktu puncak kunjungan, sehingga pemerintah dapat mengatur strategi promosi ke destinasi alternatif dan menghindari over-tourism"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600075" y="1381125"/>
            <a:ext cx="4905375" cy="3676650"/>
            <a:chOff x="0" y="0"/>
            <a:chExt cx="6540500" cy="4902200"/>
          </a:xfrm>
        </p:grpSpPr>
        <p:sp>
          <p:nvSpPr>
            <p:cNvPr name="Freeform 9" id="9"/>
            <p:cNvSpPr/>
            <p:nvPr/>
          </p:nvSpPr>
          <p:spPr>
            <a:xfrm flipH="false" flipV="false" rot="0">
              <a:off x="0" y="0"/>
              <a:ext cx="6540500" cy="4902200"/>
            </a:xfrm>
            <a:custGeom>
              <a:avLst/>
              <a:gdLst/>
              <a:ahLst/>
              <a:cxnLst/>
              <a:rect r="r" b="b" t="t" l="l"/>
              <a:pathLst>
                <a:path h="4902200" w="6540500">
                  <a:moveTo>
                    <a:pt x="80010" y="0"/>
                  </a:moveTo>
                  <a:cubicBezTo>
                    <a:pt x="69342" y="0"/>
                    <a:pt x="59182" y="2032"/>
                    <a:pt x="49403" y="6096"/>
                  </a:cubicBezTo>
                  <a:cubicBezTo>
                    <a:pt x="39624" y="10160"/>
                    <a:pt x="30988" y="16002"/>
                    <a:pt x="23495" y="23495"/>
                  </a:cubicBezTo>
                  <a:cubicBezTo>
                    <a:pt x="16002" y="30988"/>
                    <a:pt x="10160" y="39624"/>
                    <a:pt x="6096" y="49403"/>
                  </a:cubicBezTo>
                  <a:cubicBezTo>
                    <a:pt x="2032" y="59182"/>
                    <a:pt x="0" y="69469"/>
                    <a:pt x="0" y="80010"/>
                  </a:cubicBezTo>
                  <a:lnTo>
                    <a:pt x="0" y="4822190"/>
                  </a:lnTo>
                  <a:cubicBezTo>
                    <a:pt x="0" y="4832858"/>
                    <a:pt x="2032" y="4843018"/>
                    <a:pt x="6096" y="4852797"/>
                  </a:cubicBezTo>
                  <a:cubicBezTo>
                    <a:pt x="10160" y="4862576"/>
                    <a:pt x="15875" y="4871212"/>
                    <a:pt x="23495" y="4878705"/>
                  </a:cubicBezTo>
                  <a:cubicBezTo>
                    <a:pt x="31115" y="4886198"/>
                    <a:pt x="39624" y="4892040"/>
                    <a:pt x="49403" y="4896104"/>
                  </a:cubicBezTo>
                  <a:cubicBezTo>
                    <a:pt x="59182" y="4900168"/>
                    <a:pt x="69469" y="4902200"/>
                    <a:pt x="80010" y="4902200"/>
                  </a:cubicBezTo>
                  <a:lnTo>
                    <a:pt x="6460490" y="4902200"/>
                  </a:lnTo>
                  <a:cubicBezTo>
                    <a:pt x="6471158" y="4902200"/>
                    <a:pt x="6481318" y="4900168"/>
                    <a:pt x="6491097" y="4896104"/>
                  </a:cubicBezTo>
                  <a:cubicBezTo>
                    <a:pt x="6500876" y="4892040"/>
                    <a:pt x="6509512" y="4886325"/>
                    <a:pt x="6517005" y="4878705"/>
                  </a:cubicBezTo>
                  <a:cubicBezTo>
                    <a:pt x="6524498" y="4871085"/>
                    <a:pt x="6530340" y="4862576"/>
                    <a:pt x="6534404" y="4852797"/>
                  </a:cubicBezTo>
                  <a:cubicBezTo>
                    <a:pt x="6538468" y="4843018"/>
                    <a:pt x="6540500" y="4832858"/>
                    <a:pt x="6540500" y="4822190"/>
                  </a:cubicBezTo>
                  <a:lnTo>
                    <a:pt x="6540500" y="80010"/>
                  </a:lnTo>
                  <a:cubicBezTo>
                    <a:pt x="6540500" y="69469"/>
                    <a:pt x="6538468" y="59182"/>
                    <a:pt x="6534404" y="49403"/>
                  </a:cubicBezTo>
                  <a:cubicBezTo>
                    <a:pt x="6530340" y="39624"/>
                    <a:pt x="6524625" y="30988"/>
                    <a:pt x="6517005" y="23495"/>
                  </a:cubicBezTo>
                  <a:cubicBezTo>
                    <a:pt x="6509385" y="16002"/>
                    <a:pt x="6500876" y="10160"/>
                    <a:pt x="6491097" y="6096"/>
                  </a:cubicBezTo>
                  <a:cubicBezTo>
                    <a:pt x="6481318" y="2032"/>
                    <a:pt x="6471158" y="0"/>
                    <a:pt x="6460490" y="0"/>
                  </a:cubicBezTo>
                  <a:close/>
                </a:path>
              </a:pathLst>
            </a:custGeom>
            <a:blipFill>
              <a:blip r:embed="rId4"/>
              <a:stretch>
                <a:fillRect l="0" t="0" r="0" b="0"/>
              </a:stretch>
            </a:blipFill>
          </p:spPr>
        </p:sp>
      </p:grpSp>
      <p:sp>
        <p:nvSpPr>
          <p:cNvPr name="TextBox 10" id="10"/>
          <p:cNvSpPr txBox="true"/>
          <p:nvPr/>
        </p:nvSpPr>
        <p:spPr>
          <a:xfrm rot="0">
            <a:off x="5933627" y="2258654"/>
            <a:ext cx="2529869" cy="608171"/>
          </a:xfrm>
          <a:prstGeom prst="rect">
            <a:avLst/>
          </a:prstGeom>
        </p:spPr>
        <p:txBody>
          <a:bodyPr anchor="t" rtlCol="false" tIns="0" lIns="0" bIns="0" rIns="0">
            <a:spAutoFit/>
          </a:bodyPr>
          <a:lstStyle/>
          <a:p>
            <a:pPr algn="l">
              <a:lnSpc>
                <a:spcPts val="4961"/>
              </a:lnSpc>
            </a:pPr>
            <a:r>
              <a:rPr lang="en-US" b="true" sz="3543">
                <a:solidFill>
                  <a:srgbClr val="000000"/>
                </a:solidFill>
                <a:latin typeface="Petrona Bold"/>
                <a:ea typeface="Petrona Bold"/>
                <a:cs typeface="Petrona Bold"/>
                <a:sym typeface="Petrona Bold"/>
              </a:rPr>
              <a:t>Kesimpulan</a:t>
            </a:r>
          </a:p>
        </p:txBody>
      </p:sp>
      <p:sp>
        <p:nvSpPr>
          <p:cNvPr name="TextBox 11" id="11"/>
          <p:cNvSpPr txBox="true"/>
          <p:nvPr/>
        </p:nvSpPr>
        <p:spPr>
          <a:xfrm rot="0">
            <a:off x="7079666" y="3067850"/>
            <a:ext cx="49139" cy="225219"/>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 </a:t>
            </a:r>
          </a:p>
        </p:txBody>
      </p:sp>
      <p:sp>
        <p:nvSpPr>
          <p:cNvPr name="TextBox 12" id="12"/>
          <p:cNvSpPr txBox="true"/>
          <p:nvPr/>
        </p:nvSpPr>
        <p:spPr>
          <a:xfrm rot="0">
            <a:off x="5933627" y="3067850"/>
            <a:ext cx="4689872" cy="222885"/>
          </a:xfrm>
          <a:prstGeom prst="rect">
            <a:avLst/>
          </a:prstGeom>
        </p:spPr>
        <p:txBody>
          <a:bodyPr anchor="t" rtlCol="false" tIns="0" lIns="0" bIns="0" rIns="0">
            <a:spAutoFit/>
          </a:bodyPr>
          <a:lstStyle/>
          <a:p>
            <a:pPr algn="l">
              <a:lnSpc>
                <a:spcPts val="1889"/>
              </a:lnSpc>
            </a:pPr>
            <a:r>
              <a:rPr lang="en-US" sz="1350">
                <a:solidFill>
                  <a:srgbClr val="272525"/>
                </a:solidFill>
                <a:latin typeface="Inter"/>
                <a:ea typeface="Inter"/>
                <a:cs typeface="Inter"/>
                <a:sym typeface="Inter"/>
              </a:rPr>
              <a:t>Permasalahan digital dalam sektor pariwisata dapat diatasi </a:t>
            </a:r>
          </a:p>
        </p:txBody>
      </p:sp>
      <p:sp>
        <p:nvSpPr>
          <p:cNvPr name="TextBox 13" id="13"/>
          <p:cNvSpPr txBox="true"/>
          <p:nvPr/>
        </p:nvSpPr>
        <p:spPr>
          <a:xfrm rot="0">
            <a:off x="5933627" y="3315500"/>
            <a:ext cx="4886096" cy="780345"/>
          </a:xfrm>
          <a:prstGeom prst="rect">
            <a:avLst/>
          </a:prstGeom>
        </p:spPr>
        <p:txBody>
          <a:bodyPr anchor="t" rtlCol="false" tIns="0" lIns="0" bIns="0" rIns="0">
            <a:spAutoFit/>
          </a:bodyPr>
          <a:lstStyle/>
          <a:p>
            <a:pPr algn="l">
              <a:lnSpc>
                <a:spcPts val="2150"/>
              </a:lnSpc>
            </a:pPr>
            <a:r>
              <a:rPr lang="en-US" sz="1350">
                <a:solidFill>
                  <a:srgbClr val="272525"/>
                </a:solidFill>
                <a:latin typeface="Inter"/>
                <a:ea typeface="Inter"/>
                <a:cs typeface="Inter"/>
                <a:sym typeface="Inter"/>
              </a:rPr>
              <a:t>melalui penerapan solusi berbasisTeknologi Informasi dan Business Intelligence sehingga pengelolaan menjadi lebih efektif, aman, dan berkelanjutan.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6"/>
        </a:solidFill>
      </p:bgPr>
    </p:bg>
    <p:spTree>
      <p:nvGrpSpPr>
        <p:cNvPr id="1" name=""/>
        <p:cNvGrpSpPr/>
        <p:nvPr/>
      </p:nvGrpSpPr>
      <p:grpSpPr>
        <a:xfrm>
          <a:off x="0" y="0"/>
          <a:ext cx="0" cy="0"/>
          <a:chOff x="0" y="0"/>
          <a:chExt cx="0" cy="0"/>
        </a:xfrm>
      </p:grpSpPr>
      <p:grpSp>
        <p:nvGrpSpPr>
          <p:cNvPr name="Group 2" id="2"/>
          <p:cNvGrpSpPr/>
          <p:nvPr/>
        </p:nvGrpSpPr>
        <p:grpSpPr>
          <a:xfrm rot="0">
            <a:off x="0" y="257"/>
            <a:ext cx="11430000" cy="6438643"/>
            <a:chOff x="0" y="0"/>
            <a:chExt cx="15240000" cy="8584857"/>
          </a:xfrm>
        </p:grpSpPr>
        <p:sp>
          <p:nvSpPr>
            <p:cNvPr name="Freeform 3" id="3"/>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2"/>
              <a:stretch>
                <a:fillRect l="0" t="-3" r="0" b="0"/>
              </a:stretch>
            </a:blipFill>
          </p:spPr>
        </p:sp>
      </p:grpSp>
      <p:grpSp>
        <p:nvGrpSpPr>
          <p:cNvPr name="Group 4" id="4"/>
          <p:cNvGrpSpPr/>
          <p:nvPr/>
        </p:nvGrpSpPr>
        <p:grpSpPr>
          <a:xfrm rot="0">
            <a:off x="0" y="257"/>
            <a:ext cx="11430000" cy="6438643"/>
            <a:chOff x="0" y="0"/>
            <a:chExt cx="15240000" cy="8584857"/>
          </a:xfrm>
        </p:grpSpPr>
        <p:sp>
          <p:nvSpPr>
            <p:cNvPr name="Freeform 5" id="5"/>
            <p:cNvSpPr/>
            <p:nvPr/>
          </p:nvSpPr>
          <p:spPr>
            <a:xfrm flipH="false" flipV="false" rot="0">
              <a:off x="0" y="0"/>
              <a:ext cx="15240000" cy="8584819"/>
            </a:xfrm>
            <a:custGeom>
              <a:avLst/>
              <a:gdLst/>
              <a:ahLst/>
              <a:cxnLst/>
              <a:rect r="r" b="b" t="t" l="l"/>
              <a:pathLst>
                <a:path h="8584819" w="15240000">
                  <a:moveTo>
                    <a:pt x="0" y="0"/>
                  </a:moveTo>
                  <a:lnTo>
                    <a:pt x="15240000" y="0"/>
                  </a:lnTo>
                  <a:lnTo>
                    <a:pt x="15240000" y="8584819"/>
                  </a:lnTo>
                  <a:lnTo>
                    <a:pt x="0" y="8584819"/>
                  </a:lnTo>
                  <a:lnTo>
                    <a:pt x="0" y="0"/>
                  </a:lnTo>
                  <a:close/>
                </a:path>
              </a:pathLst>
            </a:custGeom>
            <a:blipFill>
              <a:blip r:embed="rId3"/>
              <a:stretch>
                <a:fillRect l="0" t="-3" r="0" b="0"/>
              </a:stretch>
            </a:blipFill>
          </p:spPr>
        </p:sp>
      </p:grpSp>
      <p:grpSp>
        <p:nvGrpSpPr>
          <p:cNvPr name="Group 6" id="6"/>
          <p:cNvGrpSpPr/>
          <p:nvPr/>
        </p:nvGrpSpPr>
        <p:grpSpPr>
          <a:xfrm rot="0">
            <a:off x="0" y="1"/>
            <a:ext cx="11430000" cy="6438900"/>
            <a:chOff x="0" y="0"/>
            <a:chExt cx="11430000" cy="6438900"/>
          </a:xfrm>
        </p:grpSpPr>
        <p:sp>
          <p:nvSpPr>
            <p:cNvPr name="Freeform 7" id="7"/>
            <p:cNvSpPr/>
            <p:nvPr/>
          </p:nvSpPr>
          <p:spPr>
            <a:xfrm flipH="false" flipV="false" rot="0">
              <a:off x="0" y="0"/>
              <a:ext cx="11430000" cy="6438900"/>
            </a:xfrm>
            <a:custGeom>
              <a:avLst/>
              <a:gdLst/>
              <a:ahLst/>
              <a:cxnLst/>
              <a:rect r="r" b="b" t="t" l="l"/>
              <a:pathLst>
                <a:path h="6438900" w="11430000">
                  <a:moveTo>
                    <a:pt x="0" y="6438900"/>
                  </a:moveTo>
                  <a:lnTo>
                    <a:pt x="11430000" y="6438900"/>
                  </a:lnTo>
                  <a:lnTo>
                    <a:pt x="11430000" y="0"/>
                  </a:lnTo>
                  <a:lnTo>
                    <a:pt x="0" y="0"/>
                  </a:lnTo>
                  <a:close/>
                </a:path>
              </a:pathLst>
            </a:custGeom>
            <a:solidFill>
              <a:srgbClr val="FFFFFF">
                <a:alpha val="89804"/>
              </a:srgbClr>
            </a:solidFill>
          </p:spPr>
        </p:sp>
      </p:grpSp>
      <p:grpSp>
        <p:nvGrpSpPr>
          <p:cNvPr name="Group 8" id="8"/>
          <p:cNvGrpSpPr/>
          <p:nvPr/>
        </p:nvGrpSpPr>
        <p:grpSpPr>
          <a:xfrm rot="0">
            <a:off x="0" y="257"/>
            <a:ext cx="11430000" cy="6438900"/>
            <a:chOff x="0" y="0"/>
            <a:chExt cx="15240000" cy="8585200"/>
          </a:xfrm>
        </p:grpSpPr>
        <p:sp>
          <p:nvSpPr>
            <p:cNvPr name="Freeform 9" id="9"/>
            <p:cNvSpPr/>
            <p:nvPr/>
          </p:nvSpPr>
          <p:spPr>
            <a:xfrm flipH="false" flipV="false" rot="0">
              <a:off x="0" y="0"/>
              <a:ext cx="15240000" cy="8585200"/>
            </a:xfrm>
            <a:custGeom>
              <a:avLst/>
              <a:gdLst/>
              <a:ahLst/>
              <a:cxnLst/>
              <a:rect r="r" b="b" t="t" l="l"/>
              <a:pathLst>
                <a:path h="8585200" w="15240000">
                  <a:moveTo>
                    <a:pt x="0" y="0"/>
                  </a:moveTo>
                  <a:lnTo>
                    <a:pt x="15240000" y="0"/>
                  </a:lnTo>
                  <a:lnTo>
                    <a:pt x="15240000" y="8585200"/>
                  </a:lnTo>
                  <a:lnTo>
                    <a:pt x="0" y="8585200"/>
                  </a:lnTo>
                  <a:lnTo>
                    <a:pt x="0" y="0"/>
                  </a:lnTo>
                  <a:close/>
                </a:path>
              </a:pathLst>
            </a:custGeom>
            <a:blipFill>
              <a:blip r:embed="rId4"/>
              <a:stretch>
                <a:fillRect l="0" t="-77" r="0" b="-69"/>
              </a:stretch>
            </a:blipFill>
          </p:spPr>
        </p:sp>
      </p:grpSp>
      <p:sp>
        <p:nvSpPr>
          <p:cNvPr name="TextBox 10" id="10"/>
          <p:cNvSpPr txBox="true"/>
          <p:nvPr/>
        </p:nvSpPr>
        <p:spPr>
          <a:xfrm rot="0">
            <a:off x="643920" y="2116165"/>
            <a:ext cx="9699797" cy="2574944"/>
          </a:xfrm>
          <a:prstGeom prst="rect">
            <a:avLst/>
          </a:prstGeom>
        </p:spPr>
        <p:txBody>
          <a:bodyPr anchor="t" rtlCol="false" tIns="0" lIns="0" bIns="0" rIns="0">
            <a:spAutoFit/>
          </a:bodyPr>
          <a:lstStyle/>
          <a:p>
            <a:pPr algn="l">
              <a:lnSpc>
                <a:spcPts val="10113"/>
              </a:lnSpc>
            </a:pPr>
            <a:r>
              <a:rPr lang="en-US" b="true" sz="8097">
                <a:solidFill>
                  <a:srgbClr val="000000"/>
                </a:solidFill>
                <a:latin typeface="Petrona Bold"/>
                <a:ea typeface="Petrona Bold"/>
                <a:cs typeface="Petrona Bold"/>
                <a:sym typeface="Petrona Bold"/>
              </a:rPr>
              <a:t>SEKIAN DAN 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DAHHxZ2R7Ps</dc:identifier>
  <dcterms:modified xsi:type="dcterms:W3CDTF">2011-08-01T06:04:30Z</dcterms:modified>
  <cp:revision>1</cp:revision>
  <dc:title>Permasalahan-dan-Solusi-Digital-pada-Dunia-Pariwisata-Berbasis-TI-Dan-BI.pdf</dc:title>
</cp:coreProperties>
</file>